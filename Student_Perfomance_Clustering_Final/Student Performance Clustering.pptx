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39"/>
  </p:notesMasterIdLst>
  <p:sldIdLst>
    <p:sldId id="256" r:id="rId2"/>
    <p:sldId id="257" r:id="rId3"/>
    <p:sldId id="357" r:id="rId4"/>
    <p:sldId id="372" r:id="rId5"/>
    <p:sldId id="347" r:id="rId6"/>
    <p:sldId id="374" r:id="rId7"/>
    <p:sldId id="350" r:id="rId8"/>
    <p:sldId id="373" r:id="rId9"/>
    <p:sldId id="360" r:id="rId10"/>
    <p:sldId id="359" r:id="rId11"/>
    <p:sldId id="361" r:id="rId12"/>
    <p:sldId id="362" r:id="rId13"/>
    <p:sldId id="363" r:id="rId14"/>
    <p:sldId id="364" r:id="rId15"/>
    <p:sldId id="365" r:id="rId16"/>
    <p:sldId id="366" r:id="rId17"/>
    <p:sldId id="368" r:id="rId18"/>
    <p:sldId id="369" r:id="rId19"/>
    <p:sldId id="367" r:id="rId20"/>
    <p:sldId id="370" r:id="rId21"/>
    <p:sldId id="371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8" r:id="rId31"/>
    <p:sldId id="389" r:id="rId32"/>
    <p:sldId id="390" r:id="rId33"/>
    <p:sldId id="387" r:id="rId34"/>
    <p:sldId id="384" r:id="rId35"/>
    <p:sldId id="386" r:id="rId36"/>
    <p:sldId id="383" r:id="rId37"/>
    <p:sldId id="336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489AF0-8CAF-4476-8E80-FC80414D93B9}">
  <a:tblStyle styleId="{7E489AF0-8CAF-4476-8E80-FC80414D93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3" autoAdjust="0"/>
    <p:restoredTop sz="94660"/>
  </p:normalViewPr>
  <p:slideViewPr>
    <p:cSldViewPr snapToGrid="0">
      <p:cViewPr>
        <p:scale>
          <a:sx n="150" d="100"/>
          <a:sy n="150" d="100"/>
        </p:scale>
        <p:origin x="9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251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203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8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070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473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2123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6001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4467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1768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7852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364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833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3016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4310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535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395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1410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36211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45557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80161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409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2336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71703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559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2460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0693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8102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38412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3629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99022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8c1997cbf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8c1997cbf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16393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4234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13075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>
          <a:extLst>
            <a:ext uri="{FF2B5EF4-FFF2-40B4-BE49-F238E27FC236}">
              <a16:creationId xmlns:a16="http://schemas.microsoft.com/office/drawing/2014/main" id="{6EDAACCB-2DCC-2000-608C-6524AA357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ad6c7e10c1_1_93:notes">
            <a:extLst>
              <a:ext uri="{FF2B5EF4-FFF2-40B4-BE49-F238E27FC236}">
                <a16:creationId xmlns:a16="http://schemas.microsoft.com/office/drawing/2014/main" id="{45BCBE5A-6BB1-CD95-B281-0AA56D7D9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ad6c7e10c1_1_93:notes">
            <a:extLst>
              <a:ext uri="{FF2B5EF4-FFF2-40B4-BE49-F238E27FC236}">
                <a16:creationId xmlns:a16="http://schemas.microsoft.com/office/drawing/2014/main" id="{D37A12F9-7C57-C215-1E60-63FC9B33B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16827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A974D3C7-9F59-1B7D-86DA-7DAD1D03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8c1997cbfd_0_41:notes">
            <a:extLst>
              <a:ext uri="{FF2B5EF4-FFF2-40B4-BE49-F238E27FC236}">
                <a16:creationId xmlns:a16="http://schemas.microsoft.com/office/drawing/2014/main" id="{2C1F833C-E3F6-CAEC-FAB3-B7F7542D06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8c1997cbfd_0_41:notes">
            <a:extLst>
              <a:ext uri="{FF2B5EF4-FFF2-40B4-BE49-F238E27FC236}">
                <a16:creationId xmlns:a16="http://schemas.microsoft.com/office/drawing/2014/main" id="{66F31DBC-C349-444A-6EC2-CF72EB120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06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16381"/>
            <a:ext cx="4079700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387619"/>
            <a:ext cx="2350500" cy="7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04850"/>
            <a:ext cx="7890600" cy="31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Livvic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18" name="Google Shape;18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4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24" name="Google Shape;24;p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subTitle" idx="13"/>
          </p:nvPr>
        </p:nvSpPr>
        <p:spPr>
          <a:xfrm>
            <a:off x="7196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4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0"/>
          <p:cNvSpPr txBox="1">
            <a:spLocks noGrp="1"/>
          </p:cNvSpPr>
          <p:nvPr>
            <p:ph type="subTitle" idx="15"/>
          </p:nvPr>
        </p:nvSpPr>
        <p:spPr>
          <a:xfrm>
            <a:off x="720100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subTitle" idx="16"/>
          </p:nvPr>
        </p:nvSpPr>
        <p:spPr>
          <a:xfrm>
            <a:off x="3413400" y="3395477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20"/>
          <p:cNvSpPr txBox="1">
            <a:spLocks noGrp="1"/>
          </p:cNvSpPr>
          <p:nvPr>
            <p:ph type="subTitle" idx="18"/>
          </p:nvPr>
        </p:nvSpPr>
        <p:spPr>
          <a:xfrm>
            <a:off x="3413738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0"/>
          <p:cNvSpPr txBox="1">
            <a:spLocks noGrp="1"/>
          </p:cNvSpPr>
          <p:nvPr>
            <p:ph type="subTitle" idx="19"/>
          </p:nvPr>
        </p:nvSpPr>
        <p:spPr>
          <a:xfrm>
            <a:off x="6107050" y="339547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solidFill>
                  <a:schemeClr val="accent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2943186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20"/>
          <p:cNvSpPr txBox="1">
            <a:spLocks noGrp="1"/>
          </p:cNvSpPr>
          <p:nvPr>
            <p:ph type="subTitle" idx="21"/>
          </p:nvPr>
        </p:nvSpPr>
        <p:spPr>
          <a:xfrm>
            <a:off x="6107101" y="3771577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1" name="Google Shape;271;p20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272" name="Google Shape;272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20"/>
          <p:cNvGrpSpPr/>
          <p:nvPr/>
        </p:nvGrpSpPr>
        <p:grpSpPr>
          <a:xfrm flipH="1">
            <a:off x="8121500" y="4569046"/>
            <a:ext cx="1022509" cy="572747"/>
            <a:chOff x="-77" y="3784091"/>
            <a:chExt cx="2423582" cy="1357541"/>
          </a:xfrm>
        </p:grpSpPr>
        <p:sp>
          <p:nvSpPr>
            <p:cNvPr id="278" name="Google Shape;278;p20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23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433" name="Google Shape;433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439" name="Google Shape;439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23"/>
          <p:cNvGrpSpPr/>
          <p:nvPr/>
        </p:nvGrpSpPr>
        <p:grpSpPr>
          <a:xfrm flipH="1">
            <a:off x="8121500" y="4569896"/>
            <a:ext cx="1022509" cy="572747"/>
            <a:chOff x="-77" y="3784091"/>
            <a:chExt cx="2423582" cy="1357541"/>
          </a:xfrm>
        </p:grpSpPr>
        <p:sp>
          <p:nvSpPr>
            <p:cNvPr id="445" name="Google Shape;445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23"/>
          <p:cNvGrpSpPr/>
          <p:nvPr/>
        </p:nvGrpSpPr>
        <p:grpSpPr>
          <a:xfrm rot="10800000" flipH="1">
            <a:off x="0" y="846"/>
            <a:ext cx="1022509" cy="572747"/>
            <a:chOff x="-77" y="3784091"/>
            <a:chExt cx="2423582" cy="1357541"/>
          </a:xfrm>
        </p:grpSpPr>
        <p:sp>
          <p:nvSpPr>
            <p:cNvPr id="451" name="Google Shape;451;p23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24"/>
          <p:cNvGrpSpPr/>
          <p:nvPr/>
        </p:nvGrpSpPr>
        <p:grpSpPr>
          <a:xfrm rot="5400000" flipH="1">
            <a:off x="-533027" y="3252941"/>
            <a:ext cx="2423582" cy="1357541"/>
            <a:chOff x="-77" y="3784091"/>
            <a:chExt cx="2423582" cy="1357541"/>
          </a:xfrm>
        </p:grpSpPr>
        <p:sp>
          <p:nvSpPr>
            <p:cNvPr id="458" name="Google Shape;458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4"/>
          <p:cNvGrpSpPr/>
          <p:nvPr/>
        </p:nvGrpSpPr>
        <p:grpSpPr>
          <a:xfrm rot="-5400000" flipH="1">
            <a:off x="7253448" y="533016"/>
            <a:ext cx="2423582" cy="1357541"/>
            <a:chOff x="-77" y="3784091"/>
            <a:chExt cx="2423582" cy="1357541"/>
          </a:xfrm>
        </p:grpSpPr>
        <p:sp>
          <p:nvSpPr>
            <p:cNvPr id="464" name="Google Shape;464;p24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8" r:id="rId4"/>
    <p:sldLayoutId id="2147483666" r:id="rId5"/>
    <p:sldLayoutId id="2147483669" r:id="rId6"/>
    <p:sldLayoutId id="214748367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  <p15:guide id="7" pos="1667">
          <p15:clr>
            <a:srgbClr val="EA4335"/>
          </p15:clr>
        </p15:guide>
        <p15:guide id="8" pos="40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ctrTitle"/>
          </p:nvPr>
        </p:nvSpPr>
        <p:spPr>
          <a:xfrm>
            <a:off x="200990" y="1366704"/>
            <a:ext cx="5568304" cy="24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Student Performance Clustering</a:t>
            </a:r>
            <a:endParaRPr sz="4000" dirty="0"/>
          </a:p>
        </p:txBody>
      </p:sp>
      <p:grpSp>
        <p:nvGrpSpPr>
          <p:cNvPr id="186" name="Google Shape;48;p15">
            <a:extLst>
              <a:ext uri="{FF2B5EF4-FFF2-40B4-BE49-F238E27FC236}">
                <a16:creationId xmlns:a16="http://schemas.microsoft.com/office/drawing/2014/main" id="{49CCC188-0FE8-4183-BA84-52D60C85E9F4}"/>
              </a:ext>
            </a:extLst>
          </p:cNvPr>
          <p:cNvGrpSpPr/>
          <p:nvPr/>
        </p:nvGrpSpPr>
        <p:grpSpPr>
          <a:xfrm>
            <a:off x="4572000" y="20112"/>
            <a:ext cx="4385617" cy="4733627"/>
            <a:chOff x="457194" y="411475"/>
            <a:chExt cx="4385617" cy="4733627"/>
          </a:xfrm>
        </p:grpSpPr>
        <p:sp>
          <p:nvSpPr>
            <p:cNvPr id="187" name="Google Shape;49;p15">
              <a:extLst>
                <a:ext uri="{FF2B5EF4-FFF2-40B4-BE49-F238E27FC236}">
                  <a16:creationId xmlns:a16="http://schemas.microsoft.com/office/drawing/2014/main" id="{8B6F360B-534A-4533-B574-A56480D2CCD8}"/>
                </a:ext>
              </a:extLst>
            </p:cNvPr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" name="Google Shape;50;p15">
              <a:extLst>
                <a:ext uri="{FF2B5EF4-FFF2-40B4-BE49-F238E27FC236}">
                  <a16:creationId xmlns:a16="http://schemas.microsoft.com/office/drawing/2014/main" id="{705757A2-E597-41E0-9B01-949E9022C2AC}"/>
                </a:ext>
              </a:extLst>
            </p:cNvPr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195" name="Google Shape;51;p15">
                <a:extLst>
                  <a:ext uri="{FF2B5EF4-FFF2-40B4-BE49-F238E27FC236}">
                    <a16:creationId xmlns:a16="http://schemas.microsoft.com/office/drawing/2014/main" id="{AC7CC6B2-E595-44AD-82BE-101AA0A34C19}"/>
                  </a:ext>
                </a:extLst>
              </p:cNvPr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6" h="28156" extrusionOk="0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52;p15">
                <a:extLst>
                  <a:ext uri="{FF2B5EF4-FFF2-40B4-BE49-F238E27FC236}">
                    <a16:creationId xmlns:a16="http://schemas.microsoft.com/office/drawing/2014/main" id="{C0D9B2FF-EF1B-4DF7-8A74-C713A7EEA522}"/>
                  </a:ext>
                </a:extLst>
              </p:cNvPr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53;p15">
                <a:extLst>
                  <a:ext uri="{FF2B5EF4-FFF2-40B4-BE49-F238E27FC236}">
                    <a16:creationId xmlns:a16="http://schemas.microsoft.com/office/drawing/2014/main" id="{8757602E-9F8E-42EA-9203-1A9708BE2CC0}"/>
                  </a:ext>
                </a:extLst>
              </p:cNvPr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54;p15">
                <a:extLst>
                  <a:ext uri="{FF2B5EF4-FFF2-40B4-BE49-F238E27FC236}">
                    <a16:creationId xmlns:a16="http://schemas.microsoft.com/office/drawing/2014/main" id="{0FE990F7-27E9-4D12-8A9B-ACD3EA7E7AE0}"/>
                  </a:ext>
                </a:extLst>
              </p:cNvPr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55;p15">
                <a:extLst>
                  <a:ext uri="{FF2B5EF4-FFF2-40B4-BE49-F238E27FC236}">
                    <a16:creationId xmlns:a16="http://schemas.microsoft.com/office/drawing/2014/main" id="{BEFF59A4-A64A-4BF5-845D-DA3891860888}"/>
                  </a:ext>
                </a:extLst>
              </p:cNvPr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16267" fill="none" extrusionOk="0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56;p15">
                <a:extLst>
                  <a:ext uri="{FF2B5EF4-FFF2-40B4-BE49-F238E27FC236}">
                    <a16:creationId xmlns:a16="http://schemas.microsoft.com/office/drawing/2014/main" id="{9B171C00-2321-456D-A9D3-A2792B1942C1}"/>
                  </a:ext>
                </a:extLst>
              </p:cNvPr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8780" fill="none" extrusionOk="0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57;p15">
                <a:extLst>
                  <a:ext uri="{FF2B5EF4-FFF2-40B4-BE49-F238E27FC236}">
                    <a16:creationId xmlns:a16="http://schemas.microsoft.com/office/drawing/2014/main" id="{DA0ECDB4-EF6E-43E8-A457-C0FE699971CC}"/>
                  </a:ext>
                </a:extLst>
              </p:cNvPr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avLst/>
                <a:gdLst/>
                <a:ahLst/>
                <a:cxnLst/>
                <a:rect l="l" t="t" r="r" b="b"/>
                <a:pathLst>
                  <a:path w="1" h="2588" fill="none" extrusionOk="0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58;p15">
                <a:extLst>
                  <a:ext uri="{FF2B5EF4-FFF2-40B4-BE49-F238E27FC236}">
                    <a16:creationId xmlns:a16="http://schemas.microsoft.com/office/drawing/2014/main" id="{93E35E4A-8B42-498A-8907-D29D61393CBB}"/>
                  </a:ext>
                </a:extLst>
              </p:cNvPr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59;p15">
                <a:extLst>
                  <a:ext uri="{FF2B5EF4-FFF2-40B4-BE49-F238E27FC236}">
                    <a16:creationId xmlns:a16="http://schemas.microsoft.com/office/drawing/2014/main" id="{63FCE310-23E3-4828-BB05-B4934C5AC6E1}"/>
                  </a:ext>
                </a:extLst>
              </p:cNvPr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avLst/>
                <a:gdLst/>
                <a:ahLst/>
                <a:cxnLst/>
                <a:rect l="l" t="t" r="r" b="b"/>
                <a:pathLst>
                  <a:path w="1" h="6418" fill="none" extrusionOk="0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60;p15">
                <a:extLst>
                  <a:ext uri="{FF2B5EF4-FFF2-40B4-BE49-F238E27FC236}">
                    <a16:creationId xmlns:a16="http://schemas.microsoft.com/office/drawing/2014/main" id="{146A556C-0BA5-4B41-9143-D9C1B2F75148}"/>
                  </a:ext>
                </a:extLst>
              </p:cNvPr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61;p15">
                <a:extLst>
                  <a:ext uri="{FF2B5EF4-FFF2-40B4-BE49-F238E27FC236}">
                    <a16:creationId xmlns:a16="http://schemas.microsoft.com/office/drawing/2014/main" id="{DC884D76-7F4E-4DED-818F-73CE27ACD9EB}"/>
                  </a:ext>
                </a:extLst>
              </p:cNvPr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avLst/>
                <a:gdLst/>
                <a:ahLst/>
                <a:cxnLst/>
                <a:rect l="l" t="t" r="r" b="b"/>
                <a:pathLst>
                  <a:path w="2214" h="24675" fill="none" extrusionOk="0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62;p15">
                <a:extLst>
                  <a:ext uri="{FF2B5EF4-FFF2-40B4-BE49-F238E27FC236}">
                    <a16:creationId xmlns:a16="http://schemas.microsoft.com/office/drawing/2014/main" id="{F9B179D2-B20F-479B-8F55-252802A131B7}"/>
                  </a:ext>
                </a:extLst>
              </p:cNvPr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04" extrusionOk="0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63;p15">
                <a:extLst>
                  <a:ext uri="{FF2B5EF4-FFF2-40B4-BE49-F238E27FC236}">
                    <a16:creationId xmlns:a16="http://schemas.microsoft.com/office/drawing/2014/main" id="{4171E352-286C-4CBD-BAD8-97208FDFA494}"/>
                  </a:ext>
                </a:extLst>
              </p:cNvPr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64;p15">
                <a:extLst>
                  <a:ext uri="{FF2B5EF4-FFF2-40B4-BE49-F238E27FC236}">
                    <a16:creationId xmlns:a16="http://schemas.microsoft.com/office/drawing/2014/main" id="{C6202397-FE72-4D26-90C5-275E2D405917}"/>
                  </a:ext>
                </a:extLst>
              </p:cNvPr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65;p15">
                <a:extLst>
                  <a:ext uri="{FF2B5EF4-FFF2-40B4-BE49-F238E27FC236}">
                    <a16:creationId xmlns:a16="http://schemas.microsoft.com/office/drawing/2014/main" id="{F07BDB33-DA81-44E3-9D2E-E45ABE646A5B}"/>
                  </a:ext>
                </a:extLst>
              </p:cNvPr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66;p15">
                <a:extLst>
                  <a:ext uri="{FF2B5EF4-FFF2-40B4-BE49-F238E27FC236}">
                    <a16:creationId xmlns:a16="http://schemas.microsoft.com/office/drawing/2014/main" id="{A8C2CE9D-DAAC-48D5-BD35-8F444E47E146}"/>
                  </a:ext>
                </a:extLst>
              </p:cNvPr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790" extrusionOk="0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67;p15">
                <a:extLst>
                  <a:ext uri="{FF2B5EF4-FFF2-40B4-BE49-F238E27FC236}">
                    <a16:creationId xmlns:a16="http://schemas.microsoft.com/office/drawing/2014/main" id="{A7519F0C-73F6-411D-B2E3-3D7BD7D58680}"/>
                  </a:ext>
                </a:extLst>
              </p:cNvPr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28" extrusionOk="0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68;p15">
                <a:extLst>
                  <a:ext uri="{FF2B5EF4-FFF2-40B4-BE49-F238E27FC236}">
                    <a16:creationId xmlns:a16="http://schemas.microsoft.com/office/drawing/2014/main" id="{826FA597-8310-470C-AAE4-4C4AD335E750}"/>
                  </a:ext>
                </a:extLst>
              </p:cNvPr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816" extrusionOk="0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69;p15">
                <a:extLst>
                  <a:ext uri="{FF2B5EF4-FFF2-40B4-BE49-F238E27FC236}">
                    <a16:creationId xmlns:a16="http://schemas.microsoft.com/office/drawing/2014/main" id="{89B466C5-AA9E-4F9A-8F48-AC635F5EA1F2}"/>
                  </a:ext>
                </a:extLst>
              </p:cNvPr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70;p15">
                <a:extLst>
                  <a:ext uri="{FF2B5EF4-FFF2-40B4-BE49-F238E27FC236}">
                    <a16:creationId xmlns:a16="http://schemas.microsoft.com/office/drawing/2014/main" id="{C95E4E1C-F1C6-4168-9B4F-3783373B365A}"/>
                  </a:ext>
                </a:extLst>
              </p:cNvPr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816" extrusionOk="0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71;p15">
                <a:extLst>
                  <a:ext uri="{FF2B5EF4-FFF2-40B4-BE49-F238E27FC236}">
                    <a16:creationId xmlns:a16="http://schemas.microsoft.com/office/drawing/2014/main" id="{108E82A1-5BD9-4421-B08A-22F852F1F11B}"/>
                  </a:ext>
                </a:extLst>
              </p:cNvPr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72;p15">
                <a:extLst>
                  <a:ext uri="{FF2B5EF4-FFF2-40B4-BE49-F238E27FC236}">
                    <a16:creationId xmlns:a16="http://schemas.microsoft.com/office/drawing/2014/main" id="{4419F46D-E3F2-4E09-B2D2-0EE46A12A7C0}"/>
                  </a:ext>
                </a:extLst>
              </p:cNvPr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73;p15">
                <a:extLst>
                  <a:ext uri="{FF2B5EF4-FFF2-40B4-BE49-F238E27FC236}">
                    <a16:creationId xmlns:a16="http://schemas.microsoft.com/office/drawing/2014/main" id="{1467515E-E324-469D-A90D-1FA91F157EAE}"/>
                  </a:ext>
                </a:extLst>
              </p:cNvPr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74;p15">
                <a:extLst>
                  <a:ext uri="{FF2B5EF4-FFF2-40B4-BE49-F238E27FC236}">
                    <a16:creationId xmlns:a16="http://schemas.microsoft.com/office/drawing/2014/main" id="{6838EF40-5976-4AAF-BED8-BE2A0DB8AB51}"/>
                  </a:ext>
                </a:extLst>
              </p:cNvPr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790" extrusionOk="0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75;p15">
                <a:extLst>
                  <a:ext uri="{FF2B5EF4-FFF2-40B4-BE49-F238E27FC236}">
                    <a16:creationId xmlns:a16="http://schemas.microsoft.com/office/drawing/2014/main" id="{DA23634C-045F-478C-951C-086D5A520DCE}"/>
                  </a:ext>
                </a:extLst>
              </p:cNvPr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04" extrusionOk="0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76;p15">
                <a:extLst>
                  <a:ext uri="{FF2B5EF4-FFF2-40B4-BE49-F238E27FC236}">
                    <a16:creationId xmlns:a16="http://schemas.microsoft.com/office/drawing/2014/main" id="{00494348-07B2-4FCE-93A3-2F13D9867EB3}"/>
                  </a:ext>
                </a:extLst>
              </p:cNvPr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28" extrusionOk="0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77;p15">
                <a:extLst>
                  <a:ext uri="{FF2B5EF4-FFF2-40B4-BE49-F238E27FC236}">
                    <a16:creationId xmlns:a16="http://schemas.microsoft.com/office/drawing/2014/main" id="{64AA688B-CD92-4622-BAAA-A26DE585BC7C}"/>
                  </a:ext>
                </a:extLst>
              </p:cNvPr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78;p15">
                <a:extLst>
                  <a:ext uri="{FF2B5EF4-FFF2-40B4-BE49-F238E27FC236}">
                    <a16:creationId xmlns:a16="http://schemas.microsoft.com/office/drawing/2014/main" id="{09F7F89C-12CD-4D60-8729-FE1226D4089B}"/>
                  </a:ext>
                </a:extLst>
              </p:cNvPr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7" h="28156" extrusionOk="0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79;p15">
                <a:extLst>
                  <a:ext uri="{FF2B5EF4-FFF2-40B4-BE49-F238E27FC236}">
                    <a16:creationId xmlns:a16="http://schemas.microsoft.com/office/drawing/2014/main" id="{2F012EA7-2DA0-4C1A-BDC4-A73D209BC3BB}"/>
                  </a:ext>
                </a:extLst>
              </p:cNvPr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avLst/>
                <a:gdLst/>
                <a:ahLst/>
                <a:cxnLst/>
                <a:rect l="l" t="t" r="r" b="b"/>
                <a:pathLst>
                  <a:path w="164780" h="67380" extrusionOk="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80;p15">
                <a:extLst>
                  <a:ext uri="{FF2B5EF4-FFF2-40B4-BE49-F238E27FC236}">
                    <a16:creationId xmlns:a16="http://schemas.microsoft.com/office/drawing/2014/main" id="{3A7DC1C3-F430-4B4E-8181-19843D95AE18}"/>
                  </a:ext>
                </a:extLst>
              </p:cNvPr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avLst/>
                <a:gdLst/>
                <a:ahLst/>
                <a:cxnLst/>
                <a:rect l="l" t="t" r="r" b="b"/>
                <a:pathLst>
                  <a:path w="67380" h="95436" extrusionOk="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81;p15">
                <a:extLst>
                  <a:ext uri="{FF2B5EF4-FFF2-40B4-BE49-F238E27FC236}">
                    <a16:creationId xmlns:a16="http://schemas.microsoft.com/office/drawing/2014/main" id="{0F6AC00E-D2FA-451E-ACBB-50D7D6364D4D}"/>
                  </a:ext>
                </a:extLst>
              </p:cNvPr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43" h="20820" extrusionOk="0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82;p15">
                <a:extLst>
                  <a:ext uri="{FF2B5EF4-FFF2-40B4-BE49-F238E27FC236}">
                    <a16:creationId xmlns:a16="http://schemas.microsoft.com/office/drawing/2014/main" id="{13F1B337-BDE4-4A71-8EB1-1B39D92C9CC0}"/>
                  </a:ext>
                </a:extLst>
              </p:cNvPr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68" h="20820" extrusionOk="0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83;p15">
                <a:extLst>
                  <a:ext uri="{FF2B5EF4-FFF2-40B4-BE49-F238E27FC236}">
                    <a16:creationId xmlns:a16="http://schemas.microsoft.com/office/drawing/2014/main" id="{C996C40E-18D9-456E-BB61-2ECABD0678C2}"/>
                  </a:ext>
                </a:extLst>
              </p:cNvPr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avLst/>
                <a:gdLst/>
                <a:ahLst/>
                <a:cxnLst/>
                <a:rect l="l" t="t" r="r" b="b"/>
                <a:pathLst>
                  <a:path w="45965" h="22511" extrusionOk="0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84;p15">
                <a:extLst>
                  <a:ext uri="{FF2B5EF4-FFF2-40B4-BE49-F238E27FC236}">
                    <a16:creationId xmlns:a16="http://schemas.microsoft.com/office/drawing/2014/main" id="{B79CEA5B-6AA2-4576-AE37-B2667B2DDF91}"/>
                  </a:ext>
                </a:extLst>
              </p:cNvPr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avLst/>
                <a:gdLst/>
                <a:ahLst/>
                <a:cxnLst/>
                <a:rect l="l" t="t" r="r" b="b"/>
                <a:pathLst>
                  <a:path w="51512" h="35843" extrusionOk="0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85;p15">
                <a:extLst>
                  <a:ext uri="{FF2B5EF4-FFF2-40B4-BE49-F238E27FC236}">
                    <a16:creationId xmlns:a16="http://schemas.microsoft.com/office/drawing/2014/main" id="{369FE64D-85B4-421C-AF46-6365B6C1B500}"/>
                  </a:ext>
                </a:extLst>
              </p:cNvPr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1" h="22361" extrusionOk="0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86;p15">
                <a:extLst>
                  <a:ext uri="{FF2B5EF4-FFF2-40B4-BE49-F238E27FC236}">
                    <a16:creationId xmlns:a16="http://schemas.microsoft.com/office/drawing/2014/main" id="{6DB3D82C-FE5C-4DAD-B41A-82321B8C7572}"/>
                  </a:ext>
                </a:extLst>
              </p:cNvPr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18656" extrusionOk="0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87;p15">
                <a:extLst>
                  <a:ext uri="{FF2B5EF4-FFF2-40B4-BE49-F238E27FC236}">
                    <a16:creationId xmlns:a16="http://schemas.microsoft.com/office/drawing/2014/main" id="{B21B7F94-9F97-404F-A33C-D4992165A7AE}"/>
                  </a:ext>
                </a:extLst>
              </p:cNvPr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179" h="18656" extrusionOk="0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88;p15">
                <a:extLst>
                  <a:ext uri="{FF2B5EF4-FFF2-40B4-BE49-F238E27FC236}">
                    <a16:creationId xmlns:a16="http://schemas.microsoft.com/office/drawing/2014/main" id="{044CD6EF-C616-4969-80F6-BAAE39B84B4B}"/>
                  </a:ext>
                </a:extLst>
              </p:cNvPr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2" h="22361" extrusionOk="0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89;p15">
                <a:extLst>
                  <a:ext uri="{FF2B5EF4-FFF2-40B4-BE49-F238E27FC236}">
                    <a16:creationId xmlns:a16="http://schemas.microsoft.com/office/drawing/2014/main" id="{EF9A6C61-98DF-470E-99F1-572DC807D52A}"/>
                  </a:ext>
                </a:extLst>
              </p:cNvPr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15024" fill="none" extrusionOk="0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90;p15">
                <a:extLst>
                  <a:ext uri="{FF2B5EF4-FFF2-40B4-BE49-F238E27FC236}">
                    <a16:creationId xmlns:a16="http://schemas.microsoft.com/office/drawing/2014/main" id="{BD4AAE23-C09C-447B-B5AC-E237761E85F6}"/>
                  </a:ext>
                </a:extLst>
              </p:cNvPr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61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91;p15">
                <a:extLst>
                  <a:ext uri="{FF2B5EF4-FFF2-40B4-BE49-F238E27FC236}">
                    <a16:creationId xmlns:a16="http://schemas.microsoft.com/office/drawing/2014/main" id="{885058F1-CF3D-4D2B-920F-21A5272C27EC}"/>
                  </a:ext>
                </a:extLst>
              </p:cNvPr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92;p15">
                <a:extLst>
                  <a:ext uri="{FF2B5EF4-FFF2-40B4-BE49-F238E27FC236}">
                    <a16:creationId xmlns:a16="http://schemas.microsoft.com/office/drawing/2014/main" id="{3CDD21A2-D1D0-419F-8346-D587EA60698F}"/>
                  </a:ext>
                </a:extLst>
              </p:cNvPr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93;p15">
                <a:extLst>
                  <a:ext uri="{FF2B5EF4-FFF2-40B4-BE49-F238E27FC236}">
                    <a16:creationId xmlns:a16="http://schemas.microsoft.com/office/drawing/2014/main" id="{98C7786B-D938-401F-85A3-ACC75CB0012B}"/>
                  </a:ext>
                </a:extLst>
              </p:cNvPr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94;p15">
                <a:extLst>
                  <a:ext uri="{FF2B5EF4-FFF2-40B4-BE49-F238E27FC236}">
                    <a16:creationId xmlns:a16="http://schemas.microsoft.com/office/drawing/2014/main" id="{4082EF22-326F-4532-9228-FC90F836A944}"/>
                  </a:ext>
                </a:extLst>
              </p:cNvPr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528" fill="none" extrusionOk="0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95;p15">
                <a:extLst>
                  <a:ext uri="{FF2B5EF4-FFF2-40B4-BE49-F238E27FC236}">
                    <a16:creationId xmlns:a16="http://schemas.microsoft.com/office/drawing/2014/main" id="{36EE276E-B506-425B-B368-336D1CAB33C5}"/>
                  </a:ext>
                </a:extLst>
              </p:cNvPr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96;p15">
                <a:extLst>
                  <a:ext uri="{FF2B5EF4-FFF2-40B4-BE49-F238E27FC236}">
                    <a16:creationId xmlns:a16="http://schemas.microsoft.com/office/drawing/2014/main" id="{126CAE0C-4021-4ED3-BEF1-0417451C12C3}"/>
                  </a:ext>
                </a:extLst>
              </p:cNvPr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97;p15">
                <a:extLst>
                  <a:ext uri="{FF2B5EF4-FFF2-40B4-BE49-F238E27FC236}">
                    <a16:creationId xmlns:a16="http://schemas.microsoft.com/office/drawing/2014/main" id="{E3FE126C-5232-4C46-95F4-A4FB4EFB8B8D}"/>
                  </a:ext>
                </a:extLst>
              </p:cNvPr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6" fill="none" extrusionOk="0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98;p15">
                <a:extLst>
                  <a:ext uri="{FF2B5EF4-FFF2-40B4-BE49-F238E27FC236}">
                    <a16:creationId xmlns:a16="http://schemas.microsoft.com/office/drawing/2014/main" id="{3A4C5D4B-C2C5-40CE-9FB1-6DB6E4C15742}"/>
                  </a:ext>
                </a:extLst>
              </p:cNvPr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99;p15">
                <a:extLst>
                  <a:ext uri="{FF2B5EF4-FFF2-40B4-BE49-F238E27FC236}">
                    <a16:creationId xmlns:a16="http://schemas.microsoft.com/office/drawing/2014/main" id="{95A42292-A3C8-4E53-BA8E-3935805604ED}"/>
                  </a:ext>
                </a:extLst>
              </p:cNvPr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100;p15">
                <a:extLst>
                  <a:ext uri="{FF2B5EF4-FFF2-40B4-BE49-F238E27FC236}">
                    <a16:creationId xmlns:a16="http://schemas.microsoft.com/office/drawing/2014/main" id="{8D1AA3FF-05A9-40F3-93B4-639E3BD6BB73}"/>
                  </a:ext>
                </a:extLst>
              </p:cNvPr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101;p15">
                <a:extLst>
                  <a:ext uri="{FF2B5EF4-FFF2-40B4-BE49-F238E27FC236}">
                    <a16:creationId xmlns:a16="http://schemas.microsoft.com/office/drawing/2014/main" id="{5D6AF05F-352E-4699-95B5-7BA076552CDF}"/>
                  </a:ext>
                </a:extLst>
              </p:cNvPr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102;p15">
                <a:extLst>
                  <a:ext uri="{FF2B5EF4-FFF2-40B4-BE49-F238E27FC236}">
                    <a16:creationId xmlns:a16="http://schemas.microsoft.com/office/drawing/2014/main" id="{AE1EC3B5-0E18-42CA-A455-94B0250B2069}"/>
                  </a:ext>
                </a:extLst>
              </p:cNvPr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36" fill="none" extrusionOk="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103;p15">
                <a:extLst>
                  <a:ext uri="{FF2B5EF4-FFF2-40B4-BE49-F238E27FC236}">
                    <a16:creationId xmlns:a16="http://schemas.microsoft.com/office/drawing/2014/main" id="{74B0DC5C-A497-41A3-8121-04AEA9F6A230}"/>
                  </a:ext>
                </a:extLst>
              </p:cNvPr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104;p15">
                <a:extLst>
                  <a:ext uri="{FF2B5EF4-FFF2-40B4-BE49-F238E27FC236}">
                    <a16:creationId xmlns:a16="http://schemas.microsoft.com/office/drawing/2014/main" id="{B39DAC4E-08F8-49C0-B9F6-562BFAB96A82}"/>
                  </a:ext>
                </a:extLst>
              </p:cNvPr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105;p15">
                <a:extLst>
                  <a:ext uri="{FF2B5EF4-FFF2-40B4-BE49-F238E27FC236}">
                    <a16:creationId xmlns:a16="http://schemas.microsoft.com/office/drawing/2014/main" id="{AE316C7A-0680-4716-B517-AFB4CD9866CE}"/>
                  </a:ext>
                </a:extLst>
              </p:cNvPr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106;p15">
                <a:extLst>
                  <a:ext uri="{FF2B5EF4-FFF2-40B4-BE49-F238E27FC236}">
                    <a16:creationId xmlns:a16="http://schemas.microsoft.com/office/drawing/2014/main" id="{01CEAA13-0A41-46AC-8545-7D1AF26149C5}"/>
                  </a:ext>
                </a:extLst>
              </p:cNvPr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21068" fill="none" extrusionOk="0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107;p15">
                <a:extLst>
                  <a:ext uri="{FF2B5EF4-FFF2-40B4-BE49-F238E27FC236}">
                    <a16:creationId xmlns:a16="http://schemas.microsoft.com/office/drawing/2014/main" id="{F1C011E1-D7FC-473F-9B49-8AFA1F1DAF0A}"/>
                  </a:ext>
                </a:extLst>
              </p:cNvPr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108;p15">
                <a:extLst>
                  <a:ext uri="{FF2B5EF4-FFF2-40B4-BE49-F238E27FC236}">
                    <a16:creationId xmlns:a16="http://schemas.microsoft.com/office/drawing/2014/main" id="{AD96CD09-8541-4222-A304-418768F1F903}"/>
                  </a:ext>
                </a:extLst>
              </p:cNvPr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6267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109;p15">
                <a:extLst>
                  <a:ext uri="{FF2B5EF4-FFF2-40B4-BE49-F238E27FC236}">
                    <a16:creationId xmlns:a16="http://schemas.microsoft.com/office/drawing/2014/main" id="{1F3B5E53-D62A-4483-AE0E-CE2CA74784CA}"/>
                  </a:ext>
                </a:extLst>
              </p:cNvPr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110;p15">
                <a:extLst>
                  <a:ext uri="{FF2B5EF4-FFF2-40B4-BE49-F238E27FC236}">
                    <a16:creationId xmlns:a16="http://schemas.microsoft.com/office/drawing/2014/main" id="{E4F96744-B4C4-488A-BF14-2627D4728E75}"/>
                  </a:ext>
                </a:extLst>
              </p:cNvPr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111;p15">
                <a:extLst>
                  <a:ext uri="{FF2B5EF4-FFF2-40B4-BE49-F238E27FC236}">
                    <a16:creationId xmlns:a16="http://schemas.microsoft.com/office/drawing/2014/main" id="{B68E1AD1-12D3-42E6-ABE6-CEC35407C2A6}"/>
                  </a:ext>
                </a:extLst>
              </p:cNvPr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528" fill="none" extrusionOk="0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112;p15">
                <a:extLst>
                  <a:ext uri="{FF2B5EF4-FFF2-40B4-BE49-F238E27FC236}">
                    <a16:creationId xmlns:a16="http://schemas.microsoft.com/office/drawing/2014/main" id="{6CA3857B-041E-4EE4-9200-D060FF5B1CE6}"/>
                  </a:ext>
                </a:extLst>
              </p:cNvPr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113;p15">
                <a:extLst>
                  <a:ext uri="{FF2B5EF4-FFF2-40B4-BE49-F238E27FC236}">
                    <a16:creationId xmlns:a16="http://schemas.microsoft.com/office/drawing/2014/main" id="{1DB49BC1-6EB5-44CE-8677-093C47D9D046}"/>
                  </a:ext>
                </a:extLst>
              </p:cNvPr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114;p15">
                <a:extLst>
                  <a:ext uri="{FF2B5EF4-FFF2-40B4-BE49-F238E27FC236}">
                    <a16:creationId xmlns:a16="http://schemas.microsoft.com/office/drawing/2014/main" id="{7388C16D-4D52-4D58-BDE2-8E215DB94E1E}"/>
                  </a:ext>
                </a:extLst>
              </p:cNvPr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115;p15">
                <a:extLst>
                  <a:ext uri="{FF2B5EF4-FFF2-40B4-BE49-F238E27FC236}">
                    <a16:creationId xmlns:a16="http://schemas.microsoft.com/office/drawing/2014/main" id="{E48FEB63-B999-4459-92EE-9CDD9E68F0DA}"/>
                  </a:ext>
                </a:extLst>
              </p:cNvPr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avLst/>
                <a:gdLst/>
                <a:ahLst/>
                <a:cxnLst/>
                <a:rect l="l" t="t" r="r" b="b"/>
                <a:pathLst>
                  <a:path w="5026" h="17114" fill="none" extrusionOk="0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116;p15">
                <a:extLst>
                  <a:ext uri="{FF2B5EF4-FFF2-40B4-BE49-F238E27FC236}">
                    <a16:creationId xmlns:a16="http://schemas.microsoft.com/office/drawing/2014/main" id="{6012D8DB-2F24-4110-8EB3-374647CDB393}"/>
                  </a:ext>
                </a:extLst>
              </p:cNvPr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117;p15">
                <a:extLst>
                  <a:ext uri="{FF2B5EF4-FFF2-40B4-BE49-F238E27FC236}">
                    <a16:creationId xmlns:a16="http://schemas.microsoft.com/office/drawing/2014/main" id="{0FEF5C8B-F4A3-496E-9EEF-2C2DCB4D2309}"/>
                  </a:ext>
                </a:extLst>
              </p:cNvPr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118;p15">
                <a:extLst>
                  <a:ext uri="{FF2B5EF4-FFF2-40B4-BE49-F238E27FC236}">
                    <a16:creationId xmlns:a16="http://schemas.microsoft.com/office/drawing/2014/main" id="{D5474F8F-5FC3-4C36-A538-2BA992DB02A0}"/>
                  </a:ext>
                </a:extLst>
              </p:cNvPr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119;p15">
                <a:extLst>
                  <a:ext uri="{FF2B5EF4-FFF2-40B4-BE49-F238E27FC236}">
                    <a16:creationId xmlns:a16="http://schemas.microsoft.com/office/drawing/2014/main" id="{ECD0BBE7-2A1B-456E-BE81-70472AF072AB}"/>
                  </a:ext>
                </a:extLst>
              </p:cNvPr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120;p15">
                <a:extLst>
                  <a:ext uri="{FF2B5EF4-FFF2-40B4-BE49-F238E27FC236}">
                    <a16:creationId xmlns:a16="http://schemas.microsoft.com/office/drawing/2014/main" id="{D102258D-4576-4F77-BA6E-5E7D815EBFF9}"/>
                  </a:ext>
                </a:extLst>
              </p:cNvPr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121;p15">
                <a:extLst>
                  <a:ext uri="{FF2B5EF4-FFF2-40B4-BE49-F238E27FC236}">
                    <a16:creationId xmlns:a16="http://schemas.microsoft.com/office/drawing/2014/main" id="{086825CF-FEED-47A4-BD51-DCC8709C9C12}"/>
                  </a:ext>
                </a:extLst>
              </p:cNvPr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122;p15">
                <a:extLst>
                  <a:ext uri="{FF2B5EF4-FFF2-40B4-BE49-F238E27FC236}">
                    <a16:creationId xmlns:a16="http://schemas.microsoft.com/office/drawing/2014/main" id="{0A0D3DEA-DE49-440A-A7E2-F6D05928BAEC}"/>
                  </a:ext>
                </a:extLst>
              </p:cNvPr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123;p15">
                <a:extLst>
                  <a:ext uri="{FF2B5EF4-FFF2-40B4-BE49-F238E27FC236}">
                    <a16:creationId xmlns:a16="http://schemas.microsoft.com/office/drawing/2014/main" id="{A4EE49C3-E143-453F-9807-A175DC47FD89}"/>
                  </a:ext>
                </a:extLst>
              </p:cNvPr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124;p15">
                <a:extLst>
                  <a:ext uri="{FF2B5EF4-FFF2-40B4-BE49-F238E27FC236}">
                    <a16:creationId xmlns:a16="http://schemas.microsoft.com/office/drawing/2014/main" id="{B5D2E8EC-2903-40BC-9B3C-C50520B6A1ED}"/>
                  </a:ext>
                </a:extLst>
              </p:cNvPr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125;p15">
                <a:extLst>
                  <a:ext uri="{FF2B5EF4-FFF2-40B4-BE49-F238E27FC236}">
                    <a16:creationId xmlns:a16="http://schemas.microsoft.com/office/drawing/2014/main" id="{25C0DA30-E8C7-434B-87EB-62CAFA514F3D}"/>
                  </a:ext>
                </a:extLst>
              </p:cNvPr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126;p15">
                <a:extLst>
                  <a:ext uri="{FF2B5EF4-FFF2-40B4-BE49-F238E27FC236}">
                    <a16:creationId xmlns:a16="http://schemas.microsoft.com/office/drawing/2014/main" id="{76A9E01C-2D9C-4BDC-9D3B-74B2FB2C044B}"/>
                  </a:ext>
                </a:extLst>
              </p:cNvPr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127;p15">
                <a:extLst>
                  <a:ext uri="{FF2B5EF4-FFF2-40B4-BE49-F238E27FC236}">
                    <a16:creationId xmlns:a16="http://schemas.microsoft.com/office/drawing/2014/main" id="{0343E8B8-79FD-4042-95E6-7CD74FCC6A8F}"/>
                  </a:ext>
                </a:extLst>
              </p:cNvPr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128;p15">
                <a:extLst>
                  <a:ext uri="{FF2B5EF4-FFF2-40B4-BE49-F238E27FC236}">
                    <a16:creationId xmlns:a16="http://schemas.microsoft.com/office/drawing/2014/main" id="{B591F92E-12C0-4195-90CC-75CCB0EEB422}"/>
                  </a:ext>
                </a:extLst>
              </p:cNvPr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129;p15">
                <a:extLst>
                  <a:ext uri="{FF2B5EF4-FFF2-40B4-BE49-F238E27FC236}">
                    <a16:creationId xmlns:a16="http://schemas.microsoft.com/office/drawing/2014/main" id="{53644C08-1394-4429-910D-310EE120E653}"/>
                  </a:ext>
                </a:extLst>
              </p:cNvPr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130;p15">
                <a:extLst>
                  <a:ext uri="{FF2B5EF4-FFF2-40B4-BE49-F238E27FC236}">
                    <a16:creationId xmlns:a16="http://schemas.microsoft.com/office/drawing/2014/main" id="{FCA9EC4F-BDFD-4111-B469-931AE8DA8D84}"/>
                  </a:ext>
                </a:extLst>
              </p:cNvPr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131;p15">
                <a:extLst>
                  <a:ext uri="{FF2B5EF4-FFF2-40B4-BE49-F238E27FC236}">
                    <a16:creationId xmlns:a16="http://schemas.microsoft.com/office/drawing/2014/main" id="{86F14ECC-58E2-46EB-B95C-C23911D88F2D}"/>
                  </a:ext>
                </a:extLst>
              </p:cNvPr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132;p15">
                <a:extLst>
                  <a:ext uri="{FF2B5EF4-FFF2-40B4-BE49-F238E27FC236}">
                    <a16:creationId xmlns:a16="http://schemas.microsoft.com/office/drawing/2014/main" id="{B91F3BAC-148D-4454-9EA2-F8719E88AE29}"/>
                  </a:ext>
                </a:extLst>
              </p:cNvPr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133;p15">
                <a:extLst>
                  <a:ext uri="{FF2B5EF4-FFF2-40B4-BE49-F238E27FC236}">
                    <a16:creationId xmlns:a16="http://schemas.microsoft.com/office/drawing/2014/main" id="{8A8F5D77-1C57-4214-BF10-B6E3E3639626}"/>
                  </a:ext>
                </a:extLst>
              </p:cNvPr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134;p15">
                <a:extLst>
                  <a:ext uri="{FF2B5EF4-FFF2-40B4-BE49-F238E27FC236}">
                    <a16:creationId xmlns:a16="http://schemas.microsoft.com/office/drawing/2014/main" id="{5258371C-4F20-41EC-9CCA-790040E9B48D}"/>
                  </a:ext>
                </a:extLst>
              </p:cNvPr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135;p15">
                <a:extLst>
                  <a:ext uri="{FF2B5EF4-FFF2-40B4-BE49-F238E27FC236}">
                    <a16:creationId xmlns:a16="http://schemas.microsoft.com/office/drawing/2014/main" id="{A3FF3616-5EAF-41F9-846A-D1FD726A183D}"/>
                  </a:ext>
                </a:extLst>
              </p:cNvPr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136;p15">
                <a:extLst>
                  <a:ext uri="{FF2B5EF4-FFF2-40B4-BE49-F238E27FC236}">
                    <a16:creationId xmlns:a16="http://schemas.microsoft.com/office/drawing/2014/main" id="{2D4440BA-A8C7-4DC0-A189-75817AF13511}"/>
                  </a:ext>
                </a:extLst>
              </p:cNvPr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137;p15">
                <a:extLst>
                  <a:ext uri="{FF2B5EF4-FFF2-40B4-BE49-F238E27FC236}">
                    <a16:creationId xmlns:a16="http://schemas.microsoft.com/office/drawing/2014/main" id="{207A48D9-A167-47C2-B9E6-4147EDC73527}"/>
                  </a:ext>
                </a:extLst>
              </p:cNvPr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138;p15">
                <a:extLst>
                  <a:ext uri="{FF2B5EF4-FFF2-40B4-BE49-F238E27FC236}">
                    <a16:creationId xmlns:a16="http://schemas.microsoft.com/office/drawing/2014/main" id="{0AF0A344-2E56-4D95-95DC-EC87182247B1}"/>
                  </a:ext>
                </a:extLst>
              </p:cNvPr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139;p15">
                <a:extLst>
                  <a:ext uri="{FF2B5EF4-FFF2-40B4-BE49-F238E27FC236}">
                    <a16:creationId xmlns:a16="http://schemas.microsoft.com/office/drawing/2014/main" id="{E1A89D53-5A2A-4788-A2D0-F22612DB6D16}"/>
                  </a:ext>
                </a:extLst>
              </p:cNvPr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140;p15">
                <a:extLst>
                  <a:ext uri="{FF2B5EF4-FFF2-40B4-BE49-F238E27FC236}">
                    <a16:creationId xmlns:a16="http://schemas.microsoft.com/office/drawing/2014/main" id="{C4915E65-8968-4B13-86AA-3ED1C46BBE3B}"/>
                  </a:ext>
                </a:extLst>
              </p:cNvPr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141;p15">
                <a:extLst>
                  <a:ext uri="{FF2B5EF4-FFF2-40B4-BE49-F238E27FC236}">
                    <a16:creationId xmlns:a16="http://schemas.microsoft.com/office/drawing/2014/main" id="{0D8B380B-9E0E-4A16-BD60-FC634C053263}"/>
                  </a:ext>
                </a:extLst>
              </p:cNvPr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142;p15">
                <a:extLst>
                  <a:ext uri="{FF2B5EF4-FFF2-40B4-BE49-F238E27FC236}">
                    <a16:creationId xmlns:a16="http://schemas.microsoft.com/office/drawing/2014/main" id="{2B6BBFC0-31A2-4365-B75D-E411BAD2C775}"/>
                  </a:ext>
                </a:extLst>
              </p:cNvPr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143;p15">
                <a:extLst>
                  <a:ext uri="{FF2B5EF4-FFF2-40B4-BE49-F238E27FC236}">
                    <a16:creationId xmlns:a16="http://schemas.microsoft.com/office/drawing/2014/main" id="{A1E9F69A-42A2-407D-9B7C-183DB54DED81}"/>
                  </a:ext>
                </a:extLst>
              </p:cNvPr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144;p15">
                <a:extLst>
                  <a:ext uri="{FF2B5EF4-FFF2-40B4-BE49-F238E27FC236}">
                    <a16:creationId xmlns:a16="http://schemas.microsoft.com/office/drawing/2014/main" id="{4DE9EA65-1BFF-4095-AD6D-87D9B91ACB08}"/>
                  </a:ext>
                </a:extLst>
              </p:cNvPr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145;p15">
                <a:extLst>
                  <a:ext uri="{FF2B5EF4-FFF2-40B4-BE49-F238E27FC236}">
                    <a16:creationId xmlns:a16="http://schemas.microsoft.com/office/drawing/2014/main" id="{4D51207E-E2BC-4FDD-B82C-0B9CADD29043}"/>
                  </a:ext>
                </a:extLst>
              </p:cNvPr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146;p15">
                <a:extLst>
                  <a:ext uri="{FF2B5EF4-FFF2-40B4-BE49-F238E27FC236}">
                    <a16:creationId xmlns:a16="http://schemas.microsoft.com/office/drawing/2014/main" id="{081375D5-99AD-4D66-B1E1-67FCABB0ABB7}"/>
                  </a:ext>
                </a:extLst>
              </p:cNvPr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147;p15">
                <a:extLst>
                  <a:ext uri="{FF2B5EF4-FFF2-40B4-BE49-F238E27FC236}">
                    <a16:creationId xmlns:a16="http://schemas.microsoft.com/office/drawing/2014/main" id="{20E62D75-14DB-4E0F-8E4E-38619DA83287}"/>
                  </a:ext>
                </a:extLst>
              </p:cNvPr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148;p15">
                <a:extLst>
                  <a:ext uri="{FF2B5EF4-FFF2-40B4-BE49-F238E27FC236}">
                    <a16:creationId xmlns:a16="http://schemas.microsoft.com/office/drawing/2014/main" id="{4BE825E9-F48C-4516-B92A-CCA751BE51EF}"/>
                  </a:ext>
                </a:extLst>
              </p:cNvPr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149;p15">
                <a:extLst>
                  <a:ext uri="{FF2B5EF4-FFF2-40B4-BE49-F238E27FC236}">
                    <a16:creationId xmlns:a16="http://schemas.microsoft.com/office/drawing/2014/main" id="{3EBEFD29-B297-4ED5-AD82-3DC81C1F78FC}"/>
                  </a:ext>
                </a:extLst>
              </p:cNvPr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avLst/>
                <a:gdLst/>
                <a:ahLst/>
                <a:cxnLst/>
                <a:rect l="l" t="t" r="r" b="b"/>
                <a:pathLst>
                  <a:path w="21067" h="21043" extrusionOk="0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150;p15">
                <a:extLst>
                  <a:ext uri="{FF2B5EF4-FFF2-40B4-BE49-F238E27FC236}">
                    <a16:creationId xmlns:a16="http://schemas.microsoft.com/office/drawing/2014/main" id="{F7326606-6F1C-4D25-AB8B-223D3F019313}"/>
                  </a:ext>
                </a:extLst>
              </p:cNvPr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151;p15">
                <a:extLst>
                  <a:ext uri="{FF2B5EF4-FFF2-40B4-BE49-F238E27FC236}">
                    <a16:creationId xmlns:a16="http://schemas.microsoft.com/office/drawing/2014/main" id="{7164B2EB-22B6-463F-A977-0D46FAF857FF}"/>
                  </a:ext>
                </a:extLst>
              </p:cNvPr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152;p15">
                <a:extLst>
                  <a:ext uri="{FF2B5EF4-FFF2-40B4-BE49-F238E27FC236}">
                    <a16:creationId xmlns:a16="http://schemas.microsoft.com/office/drawing/2014/main" id="{1CB62BBB-F5ED-435D-834D-455888A2AC86}"/>
                  </a:ext>
                </a:extLst>
              </p:cNvPr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153;p15">
                <a:extLst>
                  <a:ext uri="{FF2B5EF4-FFF2-40B4-BE49-F238E27FC236}">
                    <a16:creationId xmlns:a16="http://schemas.microsoft.com/office/drawing/2014/main" id="{49146599-BD18-438E-9AF9-9C8075B97CBB}"/>
                  </a:ext>
                </a:extLst>
              </p:cNvPr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avLst/>
                <a:gdLst/>
                <a:ahLst/>
                <a:cxnLst/>
                <a:rect l="l" t="t" r="r" b="b"/>
                <a:pathLst>
                  <a:path w="4751" h="5548" extrusionOk="0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154;p15">
                <a:extLst>
                  <a:ext uri="{FF2B5EF4-FFF2-40B4-BE49-F238E27FC236}">
                    <a16:creationId xmlns:a16="http://schemas.microsoft.com/office/drawing/2014/main" id="{7B34BB18-8F73-46FE-8E10-F4590017617F}"/>
                  </a:ext>
                </a:extLst>
              </p:cNvPr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5299" extrusionOk="0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155;p15">
                <a:extLst>
                  <a:ext uri="{FF2B5EF4-FFF2-40B4-BE49-F238E27FC236}">
                    <a16:creationId xmlns:a16="http://schemas.microsoft.com/office/drawing/2014/main" id="{EFF2D4D5-9670-4ADB-9FA0-4BB702C1FE4F}"/>
                  </a:ext>
                </a:extLst>
              </p:cNvPr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5424" extrusionOk="0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156;p15">
                <a:extLst>
                  <a:ext uri="{FF2B5EF4-FFF2-40B4-BE49-F238E27FC236}">
                    <a16:creationId xmlns:a16="http://schemas.microsoft.com/office/drawing/2014/main" id="{321B4F53-E9CC-42A6-99CA-2D7C02D6F186}"/>
                  </a:ext>
                </a:extLst>
              </p:cNvPr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5622" fill="none" extrusionOk="0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157;p15">
                <a:extLst>
                  <a:ext uri="{FF2B5EF4-FFF2-40B4-BE49-F238E27FC236}">
                    <a16:creationId xmlns:a16="http://schemas.microsoft.com/office/drawing/2014/main" id="{F90048D0-6BF5-4E8C-98CD-D247F1ECC3B2}"/>
                  </a:ext>
                </a:extLst>
              </p:cNvPr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avLst/>
                <a:gdLst/>
                <a:ahLst/>
                <a:cxnLst/>
                <a:rect l="l" t="t" r="r" b="b"/>
                <a:pathLst>
                  <a:path w="24550" h="24003" extrusionOk="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158;p15">
                <a:extLst>
                  <a:ext uri="{FF2B5EF4-FFF2-40B4-BE49-F238E27FC236}">
                    <a16:creationId xmlns:a16="http://schemas.microsoft.com/office/drawing/2014/main" id="{17168B09-5CBA-4253-8D65-DFB5696D9895}"/>
                  </a:ext>
                </a:extLst>
              </p:cNvPr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avLst/>
                <a:gdLst/>
                <a:ahLst/>
                <a:cxnLst/>
                <a:rect l="l" t="t" r="r" b="b"/>
                <a:pathLst>
                  <a:path w="19054" h="18630" extrusionOk="0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159;p15">
                <a:extLst>
                  <a:ext uri="{FF2B5EF4-FFF2-40B4-BE49-F238E27FC236}">
                    <a16:creationId xmlns:a16="http://schemas.microsoft.com/office/drawing/2014/main" id="{FC5D66E3-C67C-400F-A8DA-228992DE0DCF}"/>
                  </a:ext>
                </a:extLst>
              </p:cNvPr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avLst/>
                <a:gdLst/>
                <a:ahLst/>
                <a:cxnLst/>
                <a:rect l="l" t="t" r="r" b="b"/>
                <a:pathLst>
                  <a:path w="33678" h="33654" extrusionOk="0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160;p15">
                <a:extLst>
                  <a:ext uri="{FF2B5EF4-FFF2-40B4-BE49-F238E27FC236}">
                    <a16:creationId xmlns:a16="http://schemas.microsoft.com/office/drawing/2014/main" id="{C7AA32A8-A363-4137-8841-DD1388E36A86}"/>
                  </a:ext>
                </a:extLst>
              </p:cNvPr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avLst/>
                <a:gdLst/>
                <a:ahLst/>
                <a:cxnLst/>
                <a:rect l="l" t="t" r="r" b="b"/>
                <a:pathLst>
                  <a:path w="22809" h="22834" extrusionOk="0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161;p15">
                <a:extLst>
                  <a:ext uri="{FF2B5EF4-FFF2-40B4-BE49-F238E27FC236}">
                    <a16:creationId xmlns:a16="http://schemas.microsoft.com/office/drawing/2014/main" id="{239DFDD7-39DA-440B-A8ED-6F0DD07DAA61}"/>
                  </a:ext>
                </a:extLst>
              </p:cNvPr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1" fill="none" extrusionOk="0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162;p15">
                <a:extLst>
                  <a:ext uri="{FF2B5EF4-FFF2-40B4-BE49-F238E27FC236}">
                    <a16:creationId xmlns:a16="http://schemas.microsoft.com/office/drawing/2014/main" id="{21AFD046-E0C2-4135-9AD9-F9EDBBD4C4CB}"/>
                  </a:ext>
                </a:extLst>
              </p:cNvPr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163;p15">
                <a:extLst>
                  <a:ext uri="{FF2B5EF4-FFF2-40B4-BE49-F238E27FC236}">
                    <a16:creationId xmlns:a16="http://schemas.microsoft.com/office/drawing/2014/main" id="{A896B70A-579B-4167-B0B0-9CF37241C2E5}"/>
                  </a:ext>
                </a:extLst>
              </p:cNvPr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23505" fill="none" extrusionOk="0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164;p15">
                <a:extLst>
                  <a:ext uri="{FF2B5EF4-FFF2-40B4-BE49-F238E27FC236}">
                    <a16:creationId xmlns:a16="http://schemas.microsoft.com/office/drawing/2014/main" id="{B2951FE4-2A0F-49CF-8FE2-EC061BA7A361}"/>
                  </a:ext>
                </a:extLst>
              </p:cNvPr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5894" fill="none" extrusionOk="0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165;p15">
                <a:extLst>
                  <a:ext uri="{FF2B5EF4-FFF2-40B4-BE49-F238E27FC236}">
                    <a16:creationId xmlns:a16="http://schemas.microsoft.com/office/drawing/2014/main" id="{9F0AB830-74A8-4F22-B142-97690B7624C4}"/>
                  </a:ext>
                </a:extLst>
              </p:cNvPr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166;p15">
                <a:extLst>
                  <a:ext uri="{FF2B5EF4-FFF2-40B4-BE49-F238E27FC236}">
                    <a16:creationId xmlns:a16="http://schemas.microsoft.com/office/drawing/2014/main" id="{54F9B23E-3AC8-475A-A29D-C5FBD468492D}"/>
                  </a:ext>
                </a:extLst>
              </p:cNvPr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8" fill="none" extrusionOk="0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167;p15">
                <a:extLst>
                  <a:ext uri="{FF2B5EF4-FFF2-40B4-BE49-F238E27FC236}">
                    <a16:creationId xmlns:a16="http://schemas.microsoft.com/office/drawing/2014/main" id="{C2699BDC-AB18-42A4-B694-ECF0E8DEF7C2}"/>
                  </a:ext>
                </a:extLst>
              </p:cNvPr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15024" fill="none" extrusionOk="0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168;p15">
                <a:extLst>
                  <a:ext uri="{FF2B5EF4-FFF2-40B4-BE49-F238E27FC236}">
                    <a16:creationId xmlns:a16="http://schemas.microsoft.com/office/drawing/2014/main" id="{8BE4C1B7-D9C2-4989-9026-C0807328278E}"/>
                  </a:ext>
                </a:extLst>
              </p:cNvPr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35" fill="none" extrusionOk="0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rgbClr val="B1B2B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169;p15">
                <a:extLst>
                  <a:ext uri="{FF2B5EF4-FFF2-40B4-BE49-F238E27FC236}">
                    <a16:creationId xmlns:a16="http://schemas.microsoft.com/office/drawing/2014/main" id="{7384129C-A64A-4719-8F41-BABE361EF985}"/>
                  </a:ext>
                </a:extLst>
              </p:cNvPr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170;p15">
                <a:extLst>
                  <a:ext uri="{FF2B5EF4-FFF2-40B4-BE49-F238E27FC236}">
                    <a16:creationId xmlns:a16="http://schemas.microsoft.com/office/drawing/2014/main" id="{B2312B12-7BAE-4847-B169-5B0E0B72D002}"/>
                  </a:ext>
                </a:extLst>
              </p:cNvPr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avLst/>
                <a:gdLst/>
                <a:ahLst/>
                <a:cxnLst/>
                <a:rect l="l" t="t" r="r" b="b"/>
                <a:pathLst>
                  <a:path w="996" h="27261" fill="none" extrusionOk="0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171;p15">
                <a:extLst>
                  <a:ext uri="{FF2B5EF4-FFF2-40B4-BE49-F238E27FC236}">
                    <a16:creationId xmlns:a16="http://schemas.microsoft.com/office/drawing/2014/main" id="{96D39208-C73B-4FA4-A21A-E43BA2CEE649}"/>
                  </a:ext>
                </a:extLst>
              </p:cNvPr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172;p15">
                <a:extLst>
                  <a:ext uri="{FF2B5EF4-FFF2-40B4-BE49-F238E27FC236}">
                    <a16:creationId xmlns:a16="http://schemas.microsoft.com/office/drawing/2014/main" id="{92D4E6FD-CEA2-4999-8E11-0780A8D3BB98}"/>
                  </a:ext>
                </a:extLst>
              </p:cNvPr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avLst/>
                <a:gdLst/>
                <a:ahLst/>
                <a:cxnLst/>
                <a:rect l="l" t="t" r="r" b="b"/>
                <a:pathLst>
                  <a:path w="523" h="9228" fill="none" extrusionOk="0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173;p15">
                <a:extLst>
                  <a:ext uri="{FF2B5EF4-FFF2-40B4-BE49-F238E27FC236}">
                    <a16:creationId xmlns:a16="http://schemas.microsoft.com/office/drawing/2014/main" id="{EC1F55E9-015B-4590-B0DF-A7CED44DD9D5}"/>
                  </a:ext>
                </a:extLst>
              </p:cNvPr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174;p15">
                <a:extLst>
                  <a:ext uri="{FF2B5EF4-FFF2-40B4-BE49-F238E27FC236}">
                    <a16:creationId xmlns:a16="http://schemas.microsoft.com/office/drawing/2014/main" id="{B231CE89-22D3-4F05-8453-66A3D44B6D9E}"/>
                  </a:ext>
                </a:extLst>
              </p:cNvPr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175;p15">
                <a:extLst>
                  <a:ext uri="{FF2B5EF4-FFF2-40B4-BE49-F238E27FC236}">
                    <a16:creationId xmlns:a16="http://schemas.microsoft.com/office/drawing/2014/main" id="{AF9F38B6-2F33-4E35-AC15-6A3FC028E7F3}"/>
                  </a:ext>
                </a:extLst>
              </p:cNvPr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" h="2538" fill="none" extrusionOk="0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176;p15">
                <a:extLst>
                  <a:ext uri="{FF2B5EF4-FFF2-40B4-BE49-F238E27FC236}">
                    <a16:creationId xmlns:a16="http://schemas.microsoft.com/office/drawing/2014/main" id="{AE92D7D2-ACEF-4F1F-8802-E1FC862F7CAA}"/>
                  </a:ext>
                </a:extLst>
              </p:cNvPr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177;p15">
                <a:extLst>
                  <a:ext uri="{FF2B5EF4-FFF2-40B4-BE49-F238E27FC236}">
                    <a16:creationId xmlns:a16="http://schemas.microsoft.com/office/drawing/2014/main" id="{0D0D6F64-42ED-4A6B-A3C0-37811552366C}"/>
                  </a:ext>
                </a:extLst>
              </p:cNvPr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41837" extrusionOk="0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178;p15">
                <a:extLst>
                  <a:ext uri="{FF2B5EF4-FFF2-40B4-BE49-F238E27FC236}">
                    <a16:creationId xmlns:a16="http://schemas.microsoft.com/office/drawing/2014/main" id="{A25BBAAC-C70E-4A97-A2A5-FC698BD0D8A1}"/>
                  </a:ext>
                </a:extLst>
              </p:cNvPr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179;p15">
                <a:extLst>
                  <a:ext uri="{FF2B5EF4-FFF2-40B4-BE49-F238E27FC236}">
                    <a16:creationId xmlns:a16="http://schemas.microsoft.com/office/drawing/2014/main" id="{E1C77A3A-098A-43BA-92AD-C069E95C91A1}"/>
                  </a:ext>
                </a:extLst>
              </p:cNvPr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622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180;p15">
                <a:extLst>
                  <a:ext uri="{FF2B5EF4-FFF2-40B4-BE49-F238E27FC236}">
                    <a16:creationId xmlns:a16="http://schemas.microsoft.com/office/drawing/2014/main" id="{0ADF9C4F-71D2-473A-9F5D-05A93E3FE305}"/>
                  </a:ext>
                </a:extLst>
              </p:cNvPr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181;p15">
                <a:extLst>
                  <a:ext uri="{FF2B5EF4-FFF2-40B4-BE49-F238E27FC236}">
                    <a16:creationId xmlns:a16="http://schemas.microsoft.com/office/drawing/2014/main" id="{D9CE3957-D01D-40A4-A62A-615276103171}"/>
                  </a:ext>
                </a:extLst>
              </p:cNvPr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74" extrusionOk="0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182;p15">
                <a:extLst>
                  <a:ext uri="{FF2B5EF4-FFF2-40B4-BE49-F238E27FC236}">
                    <a16:creationId xmlns:a16="http://schemas.microsoft.com/office/drawing/2014/main" id="{0D3FB68E-3EE8-46D2-B91F-857FE9380E7A}"/>
                  </a:ext>
                </a:extLst>
              </p:cNvPr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183;p15">
                <a:extLst>
                  <a:ext uri="{FF2B5EF4-FFF2-40B4-BE49-F238E27FC236}">
                    <a16:creationId xmlns:a16="http://schemas.microsoft.com/office/drawing/2014/main" id="{FFEAEB5E-BE48-4C4B-A9CD-5B3DC4F6B99E}"/>
                  </a:ext>
                </a:extLst>
              </p:cNvPr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184;p15">
                <a:extLst>
                  <a:ext uri="{FF2B5EF4-FFF2-40B4-BE49-F238E27FC236}">
                    <a16:creationId xmlns:a16="http://schemas.microsoft.com/office/drawing/2014/main" id="{34B921F4-78A3-4126-B97C-05D93419154E}"/>
                  </a:ext>
                </a:extLst>
              </p:cNvPr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6741" extrusionOk="0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185;p15">
                <a:extLst>
                  <a:ext uri="{FF2B5EF4-FFF2-40B4-BE49-F238E27FC236}">
                    <a16:creationId xmlns:a16="http://schemas.microsoft.com/office/drawing/2014/main" id="{A528FC5E-6A44-4F6B-9722-85507AFCCB9E}"/>
                  </a:ext>
                </a:extLst>
              </p:cNvPr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15173" extrusionOk="0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186;p15">
                <a:extLst>
                  <a:ext uri="{FF2B5EF4-FFF2-40B4-BE49-F238E27FC236}">
                    <a16:creationId xmlns:a16="http://schemas.microsoft.com/office/drawing/2014/main" id="{7D98C57E-5F9B-4A7A-9977-E0CB5FCB1669}"/>
                  </a:ext>
                </a:extLst>
              </p:cNvPr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6990" extrusionOk="0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187;p15">
                <a:extLst>
                  <a:ext uri="{FF2B5EF4-FFF2-40B4-BE49-F238E27FC236}">
                    <a16:creationId xmlns:a16="http://schemas.microsoft.com/office/drawing/2014/main" id="{1C9BBDBA-B666-417D-96C3-132FA12ED0B6}"/>
                  </a:ext>
                </a:extLst>
              </p:cNvPr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11691" h="11044" extrusionOk="0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188;p15">
                <a:extLst>
                  <a:ext uri="{FF2B5EF4-FFF2-40B4-BE49-F238E27FC236}">
                    <a16:creationId xmlns:a16="http://schemas.microsoft.com/office/drawing/2014/main" id="{8A5C6B29-8F22-4518-8BBC-CAA2FF6ACDB0}"/>
                  </a:ext>
                </a:extLst>
              </p:cNvPr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1021" extrusionOk="0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189;p15">
                <a:extLst>
                  <a:ext uri="{FF2B5EF4-FFF2-40B4-BE49-F238E27FC236}">
                    <a16:creationId xmlns:a16="http://schemas.microsoft.com/office/drawing/2014/main" id="{B7EDE888-A12D-466E-AF12-559A260517C1}"/>
                  </a:ext>
                </a:extLst>
              </p:cNvPr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avLst/>
                <a:gdLst/>
                <a:ahLst/>
                <a:cxnLst/>
                <a:rect l="l" t="t" r="r" b="b"/>
                <a:pathLst>
                  <a:path w="60291" h="40269" extrusionOk="0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190;p15">
                <a:extLst>
                  <a:ext uri="{FF2B5EF4-FFF2-40B4-BE49-F238E27FC236}">
                    <a16:creationId xmlns:a16="http://schemas.microsoft.com/office/drawing/2014/main" id="{CDF22623-082F-4E45-8ADB-0FC67948375A}"/>
                  </a:ext>
                </a:extLst>
              </p:cNvPr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2236" extrusionOk="0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191;p15">
                <a:extLst>
                  <a:ext uri="{FF2B5EF4-FFF2-40B4-BE49-F238E27FC236}">
                    <a16:creationId xmlns:a16="http://schemas.microsoft.com/office/drawing/2014/main" id="{5318FFD3-09AE-42AD-9536-CBBE9A921E69}"/>
                  </a:ext>
                </a:extLst>
              </p:cNvPr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035" extrusionOk="0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192;p15">
                <a:extLst>
                  <a:ext uri="{FF2B5EF4-FFF2-40B4-BE49-F238E27FC236}">
                    <a16:creationId xmlns:a16="http://schemas.microsoft.com/office/drawing/2014/main" id="{9600078D-9147-46CF-B3A7-2A53C066A382}"/>
                  </a:ext>
                </a:extLst>
              </p:cNvPr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822" extrusionOk="0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193;p15">
                <a:extLst>
                  <a:ext uri="{FF2B5EF4-FFF2-40B4-BE49-F238E27FC236}">
                    <a16:creationId xmlns:a16="http://schemas.microsoft.com/office/drawing/2014/main" id="{2ACADF9A-A0E5-4507-8E87-4D500954FF77}"/>
                  </a:ext>
                </a:extLst>
              </p:cNvPr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797" extrusionOk="0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194;p15">
                <a:extLst>
                  <a:ext uri="{FF2B5EF4-FFF2-40B4-BE49-F238E27FC236}">
                    <a16:creationId xmlns:a16="http://schemas.microsoft.com/office/drawing/2014/main" id="{CA69FFE0-94A7-4108-A8D4-2F1752B4D21C}"/>
                  </a:ext>
                </a:extLst>
              </p:cNvPr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4228" extrusionOk="0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195;p15">
                <a:extLst>
                  <a:ext uri="{FF2B5EF4-FFF2-40B4-BE49-F238E27FC236}">
                    <a16:creationId xmlns:a16="http://schemas.microsoft.com/office/drawing/2014/main" id="{9BC44A78-8510-4C22-8FD9-C1499FA4AEDE}"/>
                  </a:ext>
                </a:extLst>
              </p:cNvPr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196;p15">
                <a:extLst>
                  <a:ext uri="{FF2B5EF4-FFF2-40B4-BE49-F238E27FC236}">
                    <a16:creationId xmlns:a16="http://schemas.microsoft.com/office/drawing/2014/main" id="{DE1392BE-E8A0-43AF-8B2B-D7FE631BB3B5}"/>
                  </a:ext>
                </a:extLst>
              </p:cNvPr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197;p15">
                <a:extLst>
                  <a:ext uri="{FF2B5EF4-FFF2-40B4-BE49-F238E27FC236}">
                    <a16:creationId xmlns:a16="http://schemas.microsoft.com/office/drawing/2014/main" id="{0598BD3D-78F0-4BD9-8280-9AA6E168FC6C}"/>
                  </a:ext>
                </a:extLst>
              </p:cNvPr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198;p15">
                <a:extLst>
                  <a:ext uri="{FF2B5EF4-FFF2-40B4-BE49-F238E27FC236}">
                    <a16:creationId xmlns:a16="http://schemas.microsoft.com/office/drawing/2014/main" id="{2DB0CC2A-C03B-4818-B199-4C61750B8ED5}"/>
                  </a:ext>
                </a:extLst>
              </p:cNvPr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199;p15">
                <a:extLst>
                  <a:ext uri="{FF2B5EF4-FFF2-40B4-BE49-F238E27FC236}">
                    <a16:creationId xmlns:a16="http://schemas.microsoft.com/office/drawing/2014/main" id="{8F8F637E-359B-4A9E-9B7B-BD39355439D4}"/>
                  </a:ext>
                </a:extLst>
              </p:cNvPr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200;p15">
                <a:extLst>
                  <a:ext uri="{FF2B5EF4-FFF2-40B4-BE49-F238E27FC236}">
                    <a16:creationId xmlns:a16="http://schemas.microsoft.com/office/drawing/2014/main" id="{7F9F8637-5603-4125-97C1-DC0C71CEC253}"/>
                  </a:ext>
                </a:extLst>
              </p:cNvPr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201;p15">
                <a:extLst>
                  <a:ext uri="{FF2B5EF4-FFF2-40B4-BE49-F238E27FC236}">
                    <a16:creationId xmlns:a16="http://schemas.microsoft.com/office/drawing/2014/main" id="{1AD5BC13-8FE9-4756-8F6D-FA5D7B9CA877}"/>
                  </a:ext>
                </a:extLst>
              </p:cNvPr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202;p15">
                <a:extLst>
                  <a:ext uri="{FF2B5EF4-FFF2-40B4-BE49-F238E27FC236}">
                    <a16:creationId xmlns:a16="http://schemas.microsoft.com/office/drawing/2014/main" id="{99F89101-3C47-4FDD-887B-77C156751033}"/>
                  </a:ext>
                </a:extLst>
              </p:cNvPr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9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203;p15">
                <a:extLst>
                  <a:ext uri="{FF2B5EF4-FFF2-40B4-BE49-F238E27FC236}">
                    <a16:creationId xmlns:a16="http://schemas.microsoft.com/office/drawing/2014/main" id="{AA6F3D02-9346-4E9A-A6DE-8E01D4FD86B3}"/>
                  </a:ext>
                </a:extLst>
              </p:cNvPr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204;p15">
                <a:extLst>
                  <a:ext uri="{FF2B5EF4-FFF2-40B4-BE49-F238E27FC236}">
                    <a16:creationId xmlns:a16="http://schemas.microsoft.com/office/drawing/2014/main" id="{C3610B4B-888E-45CC-B5A6-055460968E1E}"/>
                  </a:ext>
                </a:extLst>
              </p:cNvPr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23" extrusionOk="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205;p15">
                <a:extLst>
                  <a:ext uri="{FF2B5EF4-FFF2-40B4-BE49-F238E27FC236}">
                    <a16:creationId xmlns:a16="http://schemas.microsoft.com/office/drawing/2014/main" id="{2841D4B3-6572-47BA-9C03-757E376C4AFD}"/>
                  </a:ext>
                </a:extLst>
              </p:cNvPr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48" extrusionOk="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206;p15">
                <a:extLst>
                  <a:ext uri="{FF2B5EF4-FFF2-40B4-BE49-F238E27FC236}">
                    <a16:creationId xmlns:a16="http://schemas.microsoft.com/office/drawing/2014/main" id="{A0AAE39F-A052-4B69-BBF1-985B2366807E}"/>
                  </a:ext>
                </a:extLst>
              </p:cNvPr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avLst/>
                <a:gdLst/>
                <a:ahLst/>
                <a:cxnLst/>
                <a:rect l="l" t="t" r="r" b="b"/>
                <a:pathLst>
                  <a:path w="19899" h="12462" extrusionOk="0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207;p15">
                <a:extLst>
                  <a:ext uri="{FF2B5EF4-FFF2-40B4-BE49-F238E27FC236}">
                    <a16:creationId xmlns:a16="http://schemas.microsoft.com/office/drawing/2014/main" id="{467A16EB-D0B0-40A5-87D5-5113195DF953}"/>
                  </a:ext>
                </a:extLst>
              </p:cNvPr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7462" extrusionOk="0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208;p15">
                <a:extLst>
                  <a:ext uri="{FF2B5EF4-FFF2-40B4-BE49-F238E27FC236}">
                    <a16:creationId xmlns:a16="http://schemas.microsoft.com/office/drawing/2014/main" id="{8ADE0AAC-DCF1-4C82-9006-0DAB01D9BC31}"/>
                  </a:ext>
                </a:extLst>
              </p:cNvPr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209;p15">
                <a:extLst>
                  <a:ext uri="{FF2B5EF4-FFF2-40B4-BE49-F238E27FC236}">
                    <a16:creationId xmlns:a16="http://schemas.microsoft.com/office/drawing/2014/main" id="{06062E3F-C105-488C-BB15-5E24DB6D28F5}"/>
                  </a:ext>
                </a:extLst>
              </p:cNvPr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210;p15">
                <a:extLst>
                  <a:ext uri="{FF2B5EF4-FFF2-40B4-BE49-F238E27FC236}">
                    <a16:creationId xmlns:a16="http://schemas.microsoft.com/office/drawing/2014/main" id="{D35C7907-999B-4ADE-958F-A00D540FE5C6}"/>
                  </a:ext>
                </a:extLst>
              </p:cNvPr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211;p15">
                <a:extLst>
                  <a:ext uri="{FF2B5EF4-FFF2-40B4-BE49-F238E27FC236}">
                    <a16:creationId xmlns:a16="http://schemas.microsoft.com/office/drawing/2014/main" id="{D63982A9-E52C-4514-A348-2E788C9B5177}"/>
                  </a:ext>
                </a:extLst>
              </p:cNvPr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212;p15">
                <a:extLst>
                  <a:ext uri="{FF2B5EF4-FFF2-40B4-BE49-F238E27FC236}">
                    <a16:creationId xmlns:a16="http://schemas.microsoft.com/office/drawing/2014/main" id="{B9876CA9-C382-44BC-B7D5-2ABF288A4B34}"/>
                  </a:ext>
                </a:extLst>
              </p:cNvPr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avLst/>
                <a:gdLst/>
                <a:ahLst/>
                <a:cxnLst/>
                <a:rect l="l" t="t" r="r" b="b"/>
                <a:pathLst>
                  <a:path w="23207" h="14526" extrusionOk="0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213;p15">
                <a:extLst>
                  <a:ext uri="{FF2B5EF4-FFF2-40B4-BE49-F238E27FC236}">
                    <a16:creationId xmlns:a16="http://schemas.microsoft.com/office/drawing/2014/main" id="{B4FD7297-440B-458C-8B82-D425EE9A582B}"/>
                  </a:ext>
                </a:extLst>
              </p:cNvPr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avLst/>
                <a:gdLst/>
                <a:ahLst/>
                <a:cxnLst/>
                <a:rect l="l" t="t" r="r" b="b"/>
                <a:pathLst>
                  <a:path w="6866" h="8706" extrusionOk="0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214;p15">
                <a:extLst>
                  <a:ext uri="{FF2B5EF4-FFF2-40B4-BE49-F238E27FC236}">
                    <a16:creationId xmlns:a16="http://schemas.microsoft.com/office/drawing/2014/main" id="{ECF4CFB1-3A2B-4CC4-B195-D160091F294C}"/>
                  </a:ext>
                </a:extLst>
              </p:cNvPr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215;p15">
                <a:extLst>
                  <a:ext uri="{FF2B5EF4-FFF2-40B4-BE49-F238E27FC236}">
                    <a16:creationId xmlns:a16="http://schemas.microsoft.com/office/drawing/2014/main" id="{1572B9C1-8D61-4527-9580-BDA9FA7647CC}"/>
                  </a:ext>
                </a:extLst>
              </p:cNvPr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216;p15">
                <a:extLst>
                  <a:ext uri="{FF2B5EF4-FFF2-40B4-BE49-F238E27FC236}">
                    <a16:creationId xmlns:a16="http://schemas.microsoft.com/office/drawing/2014/main" id="{DB5E5058-6A13-4D46-8EBC-13305143DE1B}"/>
                  </a:ext>
                </a:extLst>
              </p:cNvPr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217;p15">
                <a:extLst>
                  <a:ext uri="{FF2B5EF4-FFF2-40B4-BE49-F238E27FC236}">
                    <a16:creationId xmlns:a16="http://schemas.microsoft.com/office/drawing/2014/main" id="{F0637C97-16DD-4DD4-816E-13C3FD32B6FC}"/>
                  </a:ext>
                </a:extLst>
              </p:cNvPr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218;p15">
                <a:extLst>
                  <a:ext uri="{FF2B5EF4-FFF2-40B4-BE49-F238E27FC236}">
                    <a16:creationId xmlns:a16="http://schemas.microsoft.com/office/drawing/2014/main" id="{DE477C19-F0AC-48F4-B537-854561EEA578}"/>
                  </a:ext>
                </a:extLst>
              </p:cNvPr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219;p15">
                <a:extLst>
                  <a:ext uri="{FF2B5EF4-FFF2-40B4-BE49-F238E27FC236}">
                    <a16:creationId xmlns:a16="http://schemas.microsoft.com/office/drawing/2014/main" id="{462C69BD-38A3-424C-9DFC-41F581BDF1FF}"/>
                  </a:ext>
                </a:extLst>
              </p:cNvPr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6" extrusionOk="0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220;p15">
                <a:extLst>
                  <a:ext uri="{FF2B5EF4-FFF2-40B4-BE49-F238E27FC236}">
                    <a16:creationId xmlns:a16="http://schemas.microsoft.com/office/drawing/2014/main" id="{9483EDEE-9A96-46E6-95A3-0CFE26657626}"/>
                  </a:ext>
                </a:extLst>
              </p:cNvPr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3035" fill="none" extrusionOk="0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221;p15">
                <a:extLst>
                  <a:ext uri="{FF2B5EF4-FFF2-40B4-BE49-F238E27FC236}">
                    <a16:creationId xmlns:a16="http://schemas.microsoft.com/office/drawing/2014/main" id="{935C1637-5E4E-4B1E-8D4C-19EB0420CC66}"/>
                  </a:ext>
                </a:extLst>
              </p:cNvPr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222;p15">
                <a:extLst>
                  <a:ext uri="{FF2B5EF4-FFF2-40B4-BE49-F238E27FC236}">
                    <a16:creationId xmlns:a16="http://schemas.microsoft.com/office/drawing/2014/main" id="{F687C2FD-CE59-4E30-AE72-40E501EFF9B0}"/>
                  </a:ext>
                </a:extLst>
              </p:cNvPr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223;p15">
                <a:extLst>
                  <a:ext uri="{FF2B5EF4-FFF2-40B4-BE49-F238E27FC236}">
                    <a16:creationId xmlns:a16="http://schemas.microsoft.com/office/drawing/2014/main" id="{1EA11EF3-0737-47AE-8949-CAC6FF6C4ECC}"/>
                  </a:ext>
                </a:extLst>
              </p:cNvPr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avLst/>
                <a:gdLst/>
                <a:ahLst/>
                <a:cxnLst/>
                <a:rect l="l" t="t" r="r" b="b"/>
                <a:pathLst>
                  <a:path w="1" h="7637" fill="none" extrusionOk="0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224;p15">
                <a:extLst>
                  <a:ext uri="{FF2B5EF4-FFF2-40B4-BE49-F238E27FC236}">
                    <a16:creationId xmlns:a16="http://schemas.microsoft.com/office/drawing/2014/main" id="{8CE97395-30EA-4381-987F-49C7C537BC90}"/>
                  </a:ext>
                </a:extLst>
              </p:cNvPr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avLst/>
                <a:gdLst/>
                <a:ahLst/>
                <a:cxnLst/>
                <a:rect l="l" t="t" r="r" b="b"/>
                <a:pathLst>
                  <a:path w="1" h="2663" fill="none" extrusionOk="0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9" name="Google Shape;225;p15">
              <a:extLst>
                <a:ext uri="{FF2B5EF4-FFF2-40B4-BE49-F238E27FC236}">
                  <a16:creationId xmlns:a16="http://schemas.microsoft.com/office/drawing/2014/main" id="{7D977F57-145F-4C1C-80A6-505E9205036B}"/>
                </a:ext>
              </a:extLst>
            </p:cNvPr>
            <p:cNvSpPr/>
            <p:nvPr/>
          </p:nvSpPr>
          <p:spPr>
            <a:xfrm>
              <a:off x="2897110" y="1017082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26;p15">
              <a:extLst>
                <a:ext uri="{FF2B5EF4-FFF2-40B4-BE49-F238E27FC236}">
                  <a16:creationId xmlns:a16="http://schemas.microsoft.com/office/drawing/2014/main" id="{8507A974-751A-4C53-902A-BE3F310A5E5F}"/>
                </a:ext>
              </a:extLst>
            </p:cNvPr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27;p15">
              <a:extLst>
                <a:ext uri="{FF2B5EF4-FFF2-40B4-BE49-F238E27FC236}">
                  <a16:creationId xmlns:a16="http://schemas.microsoft.com/office/drawing/2014/main" id="{3E8DC725-9182-470B-AF14-90970322AF10}"/>
                </a:ext>
              </a:extLst>
            </p:cNvPr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28;p15">
              <a:extLst>
                <a:ext uri="{FF2B5EF4-FFF2-40B4-BE49-F238E27FC236}">
                  <a16:creationId xmlns:a16="http://schemas.microsoft.com/office/drawing/2014/main" id="{85C810F9-442D-4506-8264-6EDAF0797202}"/>
                </a:ext>
              </a:extLst>
            </p:cNvPr>
            <p:cNvSpPr/>
            <p:nvPr/>
          </p:nvSpPr>
          <p:spPr>
            <a:xfrm>
              <a:off x="4107158" y="1563464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29;p15">
              <a:extLst>
                <a:ext uri="{FF2B5EF4-FFF2-40B4-BE49-F238E27FC236}">
                  <a16:creationId xmlns:a16="http://schemas.microsoft.com/office/drawing/2014/main" id="{F9251BAF-A633-4D1F-A5E2-C959E9D3992B}"/>
                </a:ext>
              </a:extLst>
            </p:cNvPr>
            <p:cNvSpPr/>
            <p:nvPr/>
          </p:nvSpPr>
          <p:spPr>
            <a:xfrm>
              <a:off x="4739527" y="2628883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30;p15">
              <a:extLst>
                <a:ext uri="{FF2B5EF4-FFF2-40B4-BE49-F238E27FC236}">
                  <a16:creationId xmlns:a16="http://schemas.microsoft.com/office/drawing/2014/main" id="{2D814701-10F5-4CD5-B6B4-49D3CB387035}"/>
                </a:ext>
              </a:extLst>
            </p:cNvPr>
            <p:cNvSpPr/>
            <p:nvPr/>
          </p:nvSpPr>
          <p:spPr>
            <a:xfrm>
              <a:off x="3998124" y="4018260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73089" y="1048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" b="1" dirty="0"/>
              <a:t>Agenda</a:t>
            </a:r>
            <a:endParaRPr b="1" dirty="0"/>
          </a:p>
        </p:txBody>
      </p:sp>
      <p:sp>
        <p:nvSpPr>
          <p:cNvPr id="667" name="Google Shape;667;p28"/>
          <p:cNvSpPr txBox="1">
            <a:spLocks noGrp="1"/>
          </p:cNvSpPr>
          <p:nvPr>
            <p:ph type="body" idx="1"/>
          </p:nvPr>
        </p:nvSpPr>
        <p:spPr>
          <a:xfrm>
            <a:off x="892662" y="677520"/>
            <a:ext cx="4668244" cy="40974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1600" b="1" dirty="0"/>
              <a:t>1. Data Understanding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Read data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Random Data Sample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Size of Data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Information of Data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Check Names of Columns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Check Description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Number of Unique Columns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Check Balance of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73089" y="10482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" b="1" dirty="0"/>
              <a:t>Agenda</a:t>
            </a:r>
            <a:endParaRPr b="1" dirty="0"/>
          </a:p>
        </p:txBody>
      </p:sp>
      <p:sp>
        <p:nvSpPr>
          <p:cNvPr id="667" name="Google Shape;667;p28"/>
          <p:cNvSpPr txBox="1">
            <a:spLocks noGrp="1"/>
          </p:cNvSpPr>
          <p:nvPr>
            <p:ph type="body" idx="1"/>
          </p:nvPr>
        </p:nvSpPr>
        <p:spPr>
          <a:xfrm>
            <a:off x="892662" y="995680"/>
            <a:ext cx="4668244" cy="1950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1600" b="1" dirty="0"/>
              <a:t>2. Data Cleaning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Check for missing Values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Detect and drop duplicate rows</a:t>
            </a:r>
          </a:p>
          <a:p>
            <a:pPr marL="742950" lvl="1" indent="-28575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q"/>
            </a:pPr>
            <a:r>
              <a:rPr lang="en-US" sz="1400" dirty="0"/>
              <a:t>Check Outliers</a:t>
            </a:r>
          </a:p>
        </p:txBody>
      </p:sp>
    </p:spTree>
    <p:extLst>
      <p:ext uri="{BB962C8B-B14F-4D97-AF65-F5344CB8AC3E}">
        <p14:creationId xmlns:p14="http://schemas.microsoft.com/office/powerpoint/2010/main" val="404803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528875" y="1750931"/>
            <a:ext cx="6441879" cy="16167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dirty="0">
                <a:solidFill>
                  <a:schemeClr val="bg1"/>
                </a:solidFill>
                <a:effectLst/>
                <a:latin typeface="Oswald" panose="00000500000000000000" pitchFamily="2" charset="0"/>
              </a:rPr>
              <a:t>Dataset</a:t>
            </a:r>
            <a:endParaRPr lang="en-US" sz="4400" b="1" dirty="0">
              <a:solidFill>
                <a:schemeClr val="bg1"/>
              </a:solidFill>
              <a:latin typeface="Oswald" panose="00000500000000000000" pitchFamily="2" charset="0"/>
            </a:endParaRP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704;p31"/>
          <p:cNvGrpSpPr/>
          <p:nvPr/>
        </p:nvGrpSpPr>
        <p:grpSpPr>
          <a:xfrm>
            <a:off x="6917764" y="1818069"/>
            <a:ext cx="1600177" cy="1414164"/>
            <a:chOff x="-3137650" y="2787000"/>
            <a:chExt cx="291450" cy="257575"/>
          </a:xfrm>
        </p:grpSpPr>
        <p:sp>
          <p:nvSpPr>
            <p:cNvPr id="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725;p31"/>
          <p:cNvGrpSpPr/>
          <p:nvPr/>
        </p:nvGrpSpPr>
        <p:grpSpPr>
          <a:xfrm>
            <a:off x="6525290" y="1013625"/>
            <a:ext cx="95400" cy="3116250"/>
            <a:chOff x="4524300" y="1013625"/>
            <a:chExt cx="95400" cy="3116250"/>
          </a:xfrm>
        </p:grpSpPr>
        <p:sp>
          <p:nvSpPr>
            <p:cNvPr id="21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31485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084" y="312321"/>
            <a:ext cx="296319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Dataset</a:t>
            </a:r>
            <a:endParaRPr lang="en-US" sz="3200" b="1" dirty="0">
              <a:latin typeface="Nixione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endParaRPr lang="en-US" sz="2400" dirty="0">
              <a:latin typeface="Nixione"/>
            </a:endParaRPr>
          </a:p>
          <a:p>
            <a:pPr lvl="0" indent="-457200" algn="l" rtl="0">
              <a:spcBef>
                <a:spcPts val="0"/>
              </a:spcBef>
              <a:spcAft>
                <a:spcPts val="1600"/>
              </a:spcAft>
              <a:buSzPct val="107000"/>
              <a:buFont typeface="+mj-lt"/>
              <a:buAutoNum type="arabicPeriod"/>
            </a:pPr>
            <a:endParaRPr lang="en-US" sz="2800" dirty="0"/>
          </a:p>
          <a:p>
            <a:pPr lvl="0" indent="-457200" algn="l" rtl="0">
              <a:spcBef>
                <a:spcPts val="0"/>
              </a:spcBef>
              <a:spcAft>
                <a:spcPts val="1600"/>
              </a:spcAft>
              <a:buSzPct val="107000"/>
              <a:buFont typeface="+mj-lt"/>
              <a:buAutoNum type="arabicPeriod"/>
            </a:pPr>
            <a:endParaRPr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F4B967-7847-4228-8F94-97528A2F8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403385"/>
              </p:ext>
            </p:extLst>
          </p:nvPr>
        </p:nvGraphicFramePr>
        <p:xfrm>
          <a:off x="1270000" y="1056640"/>
          <a:ext cx="6603999" cy="347229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201333">
                  <a:extLst>
                    <a:ext uri="{9D8B030D-6E8A-4147-A177-3AD203B41FA5}">
                      <a16:colId xmlns:a16="http://schemas.microsoft.com/office/drawing/2014/main" val="4275953187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2967421405"/>
                    </a:ext>
                  </a:extLst>
                </a:gridCol>
                <a:gridCol w="2201333">
                  <a:extLst>
                    <a:ext uri="{9D8B030D-6E8A-4147-A177-3AD203B41FA5}">
                      <a16:colId xmlns:a16="http://schemas.microsoft.com/office/drawing/2014/main" val="2625875577"/>
                    </a:ext>
                  </a:extLst>
                </a:gridCol>
              </a:tblGrid>
              <a:tr h="161672"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/>
                        <a:t>Feature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/>
                        <a:t>Description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1" dirty="0"/>
                        <a:t>Data Type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2504560592"/>
                  </a:ext>
                </a:extLst>
              </a:tr>
              <a:tr h="311475">
                <a:tc>
                  <a:txBody>
                    <a:bodyPr/>
                    <a:lstStyle/>
                    <a:p>
                      <a:pPr algn="l"/>
                      <a:r>
                        <a:rPr lang="en-GB" sz="600" b="1" dirty="0"/>
                        <a:t>school</a:t>
                      </a:r>
                      <a:endParaRPr lang="en-GB" sz="600" dirty="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600"/>
                        <a:t>Student’s school (GP = Gabriel Pereira, MS = Mousinho da Silveira)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dirty="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2192152578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 dirty="0"/>
                        <a:t>sex</a:t>
                      </a:r>
                      <a:endParaRPr lang="en-GB" sz="600" dirty="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Student’s gender (F = female, M = male)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1750716246"/>
                  </a:ext>
                </a:extLst>
              </a:tr>
              <a:tr h="130988">
                <a:tc>
                  <a:txBody>
                    <a:bodyPr/>
                    <a:lstStyle/>
                    <a:p>
                      <a:pPr algn="l"/>
                      <a:r>
                        <a:rPr lang="en-GB" sz="600" b="1" dirty="0"/>
                        <a:t>age</a:t>
                      </a:r>
                      <a:endParaRPr lang="en-GB" sz="600" dirty="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Student’s age (15–22)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(int)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3056572271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address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Type of home address (U = urban, R = rural)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2157864754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famsize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Family size (LE3 = ≤3, GT3 = &gt;3)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2040508629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Pstatus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Parent’s cohabitation status (T = together, A = apart)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3576546488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Medu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Mother’s education (0 = none → 4 = higher)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3115237194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Fedu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Father’s education (0 = none → 4 = higher)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3901119301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Mjob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Mother’s job (teacher, health, services, etc.)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3209886772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Fjob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Father’s job (teacher, services, other, etc.)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1630822789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reason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Reason for choosing school (home, reputation, etc.)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945950150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guardian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Student’s guardian (mother, father, other)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Categorical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1944408843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traveltime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Home-to-school travel (1 = &lt;15 min → 4 = &gt;1 hr)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2700187489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studytime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Weekly study time (1 = &lt;2h → 4 = &gt;10h)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3000748927"/>
                  </a:ext>
                </a:extLst>
              </a:tr>
              <a:tr h="22062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failures</a:t>
                      </a:r>
                      <a:endParaRPr lang="en-GB" sz="600"/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Past class failures (0–3, 4 = ≥4)</a:t>
                      </a:r>
                    </a:p>
                  </a:txBody>
                  <a:tcPr marL="38675" marR="38675" marT="19338" marB="1933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dirty="0"/>
                        <a:t>Numeric (int)</a:t>
                      </a:r>
                    </a:p>
                  </a:txBody>
                  <a:tcPr marL="38675" marR="38675" marT="19338" marB="19338" anchor="ctr"/>
                </a:tc>
                <a:extLst>
                  <a:ext uri="{0D108BD9-81ED-4DB2-BD59-A6C34878D82A}">
                    <a16:rowId xmlns:a16="http://schemas.microsoft.com/office/drawing/2014/main" val="3769417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922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084" y="312321"/>
            <a:ext cx="296319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Dataset</a:t>
            </a:r>
            <a:endParaRPr lang="en-US" sz="3200" b="1" dirty="0">
              <a:latin typeface="Nixione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endParaRPr lang="en-US" sz="2400" dirty="0">
              <a:latin typeface="Nixione"/>
            </a:endParaRPr>
          </a:p>
          <a:p>
            <a:pPr lvl="0" indent="-457200" algn="l" rtl="0">
              <a:spcBef>
                <a:spcPts val="0"/>
              </a:spcBef>
              <a:spcAft>
                <a:spcPts val="1600"/>
              </a:spcAft>
              <a:buSzPct val="107000"/>
              <a:buFont typeface="+mj-lt"/>
              <a:buAutoNum type="arabicPeriod"/>
            </a:pPr>
            <a:endParaRPr lang="en-US" sz="2800" dirty="0"/>
          </a:p>
          <a:p>
            <a:pPr lvl="0" indent="-457200" algn="l" rtl="0">
              <a:spcBef>
                <a:spcPts val="0"/>
              </a:spcBef>
              <a:spcAft>
                <a:spcPts val="1600"/>
              </a:spcAft>
              <a:buSzPct val="107000"/>
              <a:buFont typeface="+mj-lt"/>
              <a:buAutoNum type="arabicPeriod"/>
            </a:pPr>
            <a:endParaRPr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9C6C6D-57C1-4356-B53F-8AE1C0948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125995"/>
              </p:ext>
            </p:extLst>
          </p:nvPr>
        </p:nvGraphicFramePr>
        <p:xfrm>
          <a:off x="1381760" y="1083733"/>
          <a:ext cx="6468534" cy="349135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56178">
                  <a:extLst>
                    <a:ext uri="{9D8B030D-6E8A-4147-A177-3AD203B41FA5}">
                      <a16:colId xmlns:a16="http://schemas.microsoft.com/office/drawing/2014/main" val="1734093382"/>
                    </a:ext>
                  </a:extLst>
                </a:gridCol>
                <a:gridCol w="2156178">
                  <a:extLst>
                    <a:ext uri="{9D8B030D-6E8A-4147-A177-3AD203B41FA5}">
                      <a16:colId xmlns:a16="http://schemas.microsoft.com/office/drawing/2014/main" val="3017115783"/>
                    </a:ext>
                  </a:extLst>
                </a:gridCol>
                <a:gridCol w="2156178">
                  <a:extLst>
                    <a:ext uri="{9D8B030D-6E8A-4147-A177-3AD203B41FA5}">
                      <a16:colId xmlns:a16="http://schemas.microsoft.com/office/drawing/2014/main" val="3829237589"/>
                    </a:ext>
                  </a:extLst>
                </a:gridCol>
              </a:tblGrid>
              <a:tr h="165308"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Feature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Description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/>
                        <a:t>Data Type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830873328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schoolsup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Extra educational support (yes/no)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Boolean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4182404216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famsup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Family educational support (yes/no)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Boolean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915578122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paid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Extra paid classes (yes/no)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Boolean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356193998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activities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Extra-curricular activities (yes/no)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Boolean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2889405581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 dirty="0"/>
                        <a:t>nursery</a:t>
                      </a:r>
                      <a:endParaRPr lang="en-GB" sz="600" dirty="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Attended nursery school (yes/no)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Boolean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42346417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higher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Aspires to higher education (yes/no)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Boolean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179430925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internet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Internet access at home (yes/no)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Boolean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455386201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romantic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In a romantic relationship (yes/no)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Boolean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82601068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famrel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Family relationship quality (1–5)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2460813780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freetime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Free time after school (1–5)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80133502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goout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600"/>
                        <a:t>Going out with friends (1–5)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796163532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Dalc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Workday alcohol consumption (1–5)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2578290252"/>
                  </a:ext>
                </a:extLst>
              </a:tr>
              <a:tr h="225342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Walc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Weekend alcohol consumption (1–5)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549345309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health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Current health status (1–5)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(ordinal)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3444176595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absences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Number of school absences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(int)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2948794250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G1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First period grade (0–20)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(int)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4199567465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G2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Second period grade (0–20)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/>
                        <a:t>Numeric (int)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663153049"/>
                  </a:ext>
                </a:extLst>
              </a:tr>
              <a:tr h="134078">
                <a:tc>
                  <a:txBody>
                    <a:bodyPr/>
                    <a:lstStyle/>
                    <a:p>
                      <a:pPr algn="l"/>
                      <a:r>
                        <a:rPr lang="en-GB" sz="600" b="1"/>
                        <a:t>G3</a:t>
                      </a:r>
                      <a:endParaRPr lang="en-GB" sz="600"/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600"/>
                        <a:t>Final grade (</a:t>
                      </a:r>
                      <a:r>
                        <a:rPr lang="en-GB" sz="600" b="1"/>
                        <a:t>target</a:t>
                      </a:r>
                      <a:r>
                        <a:rPr lang="en-GB" sz="600"/>
                        <a:t>, 0–20)</a:t>
                      </a:r>
                    </a:p>
                  </a:txBody>
                  <a:tcPr marL="39419" marR="39419" marT="19709" marB="197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00" dirty="0"/>
                        <a:t>Numeric (int)</a:t>
                      </a:r>
                    </a:p>
                  </a:txBody>
                  <a:tcPr marL="39419" marR="39419" marT="19709" marB="19709" anchor="ctr"/>
                </a:tc>
                <a:extLst>
                  <a:ext uri="{0D108BD9-81ED-4DB2-BD59-A6C34878D82A}">
                    <a16:rowId xmlns:a16="http://schemas.microsoft.com/office/drawing/2014/main" val="273123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311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285643" y="1704536"/>
            <a:ext cx="6441879" cy="16167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dirty="0">
                <a:solidFill>
                  <a:schemeClr val="bg1"/>
                </a:solidFill>
                <a:effectLst/>
                <a:latin typeface="Oswald" panose="00000500000000000000" pitchFamily="2" charset="0"/>
              </a:rPr>
              <a:t>Data Understanding</a:t>
            </a:r>
            <a:endParaRPr lang="en-US" sz="4400" b="1" dirty="0">
              <a:solidFill>
                <a:schemeClr val="bg1"/>
              </a:solidFill>
              <a:latin typeface="Oswald" panose="00000500000000000000" pitchFamily="2" charset="0"/>
            </a:endParaRP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704;p31"/>
          <p:cNvGrpSpPr/>
          <p:nvPr/>
        </p:nvGrpSpPr>
        <p:grpSpPr>
          <a:xfrm>
            <a:off x="6917764" y="1818069"/>
            <a:ext cx="1600177" cy="1414164"/>
            <a:chOff x="-3137650" y="2787000"/>
            <a:chExt cx="291450" cy="257575"/>
          </a:xfrm>
        </p:grpSpPr>
        <p:sp>
          <p:nvSpPr>
            <p:cNvPr id="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725;p31"/>
          <p:cNvGrpSpPr/>
          <p:nvPr/>
        </p:nvGrpSpPr>
        <p:grpSpPr>
          <a:xfrm>
            <a:off x="6525290" y="1013625"/>
            <a:ext cx="95400" cy="3116250"/>
            <a:chOff x="4524300" y="1013625"/>
            <a:chExt cx="95400" cy="3116250"/>
          </a:xfrm>
        </p:grpSpPr>
        <p:sp>
          <p:nvSpPr>
            <p:cNvPr id="21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7405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084" y="312321"/>
            <a:ext cx="296319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GB" sz="3200" b="1" dirty="0">
                <a:solidFill>
                  <a:srgbClr val="FFC000"/>
                </a:solidFill>
              </a:rPr>
              <a:t>Read Data</a:t>
            </a:r>
            <a:r>
              <a:rPr lang="en-GB" sz="3200" b="1" dirty="0">
                <a:solidFill>
                  <a:srgbClr val="FFC000"/>
                </a:solidFill>
                <a:latin typeface="Nixione"/>
              </a:rPr>
              <a:t>		</a:t>
            </a:r>
            <a:endParaRPr lang="en-US" sz="3200" b="1" dirty="0">
              <a:latin typeface="Nixione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endParaRPr lang="en-US" sz="2400" dirty="0">
              <a:latin typeface="Nixione"/>
            </a:endParaRPr>
          </a:p>
          <a:p>
            <a:pPr lvl="0" indent="-457200" algn="l" rtl="0">
              <a:spcBef>
                <a:spcPts val="0"/>
              </a:spcBef>
              <a:spcAft>
                <a:spcPts val="1600"/>
              </a:spcAft>
              <a:buSzPct val="107000"/>
              <a:buFont typeface="+mj-lt"/>
              <a:buAutoNum type="arabicPeriod"/>
            </a:pPr>
            <a:endParaRPr lang="en-US" sz="2800" dirty="0"/>
          </a:p>
          <a:p>
            <a:pPr lvl="0" indent="-457200" algn="l" rtl="0">
              <a:spcBef>
                <a:spcPts val="0"/>
              </a:spcBef>
              <a:spcAft>
                <a:spcPts val="1600"/>
              </a:spcAft>
              <a:buSzPct val="107000"/>
              <a:buFont typeface="+mj-lt"/>
              <a:buAutoNum type="arabicPeriod"/>
            </a:pP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E3B868-2B0C-4658-A073-765398D95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106" y="983812"/>
            <a:ext cx="6935893" cy="384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3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084" y="312321"/>
            <a:ext cx="660047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GB" sz="3200" b="1" dirty="0">
                <a:solidFill>
                  <a:srgbClr val="FFC000"/>
                </a:solidFill>
              </a:rPr>
              <a:t>Random Sample of Data</a:t>
            </a:r>
            <a:r>
              <a:rPr lang="en-GB" sz="3200" b="1" dirty="0">
                <a:solidFill>
                  <a:srgbClr val="FFC000"/>
                </a:solidFill>
                <a:latin typeface="Nixione"/>
              </a:rPr>
              <a:t>		</a:t>
            </a:r>
            <a:endParaRPr lang="en-US" sz="3200" b="1" dirty="0">
              <a:latin typeface="Nixione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endParaRPr lang="en-US" sz="2400" dirty="0">
              <a:latin typeface="Nixione"/>
            </a:endParaRPr>
          </a:p>
          <a:p>
            <a:pPr lvl="0" indent="-457200" algn="l" rtl="0">
              <a:spcBef>
                <a:spcPts val="0"/>
              </a:spcBef>
              <a:spcAft>
                <a:spcPts val="1600"/>
              </a:spcAft>
              <a:buSzPct val="107000"/>
              <a:buFont typeface="+mj-lt"/>
              <a:buAutoNum type="arabicPeriod"/>
            </a:pPr>
            <a:endParaRPr lang="en-US" sz="2800" dirty="0"/>
          </a:p>
          <a:p>
            <a:pPr lvl="0" indent="-457200" algn="l" rtl="0">
              <a:spcBef>
                <a:spcPts val="0"/>
              </a:spcBef>
              <a:spcAft>
                <a:spcPts val="1600"/>
              </a:spcAft>
              <a:buSzPct val="107000"/>
              <a:buFont typeface="+mj-lt"/>
              <a:buAutoNum type="arabicPeriod"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601F4-9193-4A82-AB2A-59609E120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39" y="1665382"/>
            <a:ext cx="8215321" cy="181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27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084" y="312321"/>
            <a:ext cx="660047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Size of Data</a:t>
            </a:r>
            <a:endParaRPr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FF2C09-D7BE-4B30-825A-7D4AC7D8B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2028361"/>
            <a:ext cx="6172851" cy="102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48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084" y="312321"/>
            <a:ext cx="660047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Information of Data</a:t>
            </a: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79C30-385F-447F-AA6F-3A3DF7CD7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586" y="1144693"/>
            <a:ext cx="5682827" cy="364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48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084" y="312321"/>
            <a:ext cx="660047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Check Names of Columns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54D08-F8A2-45A6-BEC9-669710E94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39" y="1819170"/>
            <a:ext cx="7706801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34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084" y="312321"/>
            <a:ext cx="660047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Check Description</a:t>
            </a: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B2F54-BD3D-43FC-BAAE-EC058E7C9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833" y="986331"/>
            <a:ext cx="5075260" cy="36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82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804" y="163188"/>
            <a:ext cx="660047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Number of Unique Columns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1785F-56DE-450F-9F84-E9A49195D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559" y="914399"/>
            <a:ext cx="3264747" cy="40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66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804" y="163188"/>
            <a:ext cx="660047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Number of Unique Columns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1785F-56DE-450F-9F84-E9A49195D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387" y="860212"/>
            <a:ext cx="2966719" cy="40659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C22EAF-921E-4727-9ECC-005D8901F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165" y="860212"/>
            <a:ext cx="2442792" cy="420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14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804" y="163188"/>
            <a:ext cx="6600476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Check Balance of Data</a:t>
            </a: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EB288E-EBEF-4635-83AD-6B8CDE30D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990" y="810679"/>
            <a:ext cx="2067170" cy="41207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970795-583E-4A3E-8B35-ADE6A8193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21" y="810679"/>
            <a:ext cx="2383521" cy="39941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7E5EE0-3F5A-4678-A33C-AB729AF73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023" y="810678"/>
            <a:ext cx="1984054" cy="41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16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285643" y="1704536"/>
            <a:ext cx="6441879" cy="16167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dirty="0">
                <a:solidFill>
                  <a:schemeClr val="bg1"/>
                </a:solidFill>
                <a:effectLst/>
                <a:latin typeface="Oswald" panose="00000500000000000000" pitchFamily="2" charset="0"/>
              </a:rPr>
              <a:t>Data Cleaning</a:t>
            </a:r>
            <a:endParaRPr lang="en-US" sz="4400" b="1" dirty="0">
              <a:solidFill>
                <a:schemeClr val="bg1"/>
              </a:solidFill>
              <a:latin typeface="Oswald" panose="00000500000000000000" pitchFamily="2" charset="0"/>
            </a:endParaRP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704;p31"/>
          <p:cNvGrpSpPr/>
          <p:nvPr/>
        </p:nvGrpSpPr>
        <p:grpSpPr>
          <a:xfrm>
            <a:off x="6917764" y="1818069"/>
            <a:ext cx="1600177" cy="1414164"/>
            <a:chOff x="-3137650" y="2787000"/>
            <a:chExt cx="291450" cy="257575"/>
          </a:xfrm>
        </p:grpSpPr>
        <p:sp>
          <p:nvSpPr>
            <p:cNvPr id="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725;p31"/>
          <p:cNvGrpSpPr/>
          <p:nvPr/>
        </p:nvGrpSpPr>
        <p:grpSpPr>
          <a:xfrm>
            <a:off x="6525290" y="1013625"/>
            <a:ext cx="95400" cy="3116250"/>
            <a:chOff x="4524300" y="1013625"/>
            <a:chExt cx="95400" cy="3116250"/>
          </a:xfrm>
        </p:grpSpPr>
        <p:sp>
          <p:nvSpPr>
            <p:cNvPr id="21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60817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803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Check for Missing Values</a:t>
            </a:r>
            <a:endParaRPr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260E1-4C13-4E85-AA75-A49AB837C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353" y="832492"/>
            <a:ext cx="1376773" cy="4147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DFF682-6678-4312-8DCE-C3E2609F7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040" y="832372"/>
            <a:ext cx="1441172" cy="414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17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803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Detect and Drop Duplicate Rows</a:t>
            </a:r>
            <a:endParaRPr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5DCC85-0517-4855-9D10-EEDC99266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3" y="1823069"/>
            <a:ext cx="7850294" cy="149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0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803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Check Outliers</a:t>
            </a: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7B620E-6091-4A0E-88B9-82E7B545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12" y="1681162"/>
            <a:ext cx="7697576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93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803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600"/>
              </a:spcAft>
              <a:buSzPct val="107000"/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C000"/>
                </a:solidFill>
              </a:rPr>
              <a:t>Check Outliers</a:t>
            </a:r>
            <a:endParaRPr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553DFE-A25F-4D96-AEC5-C1218EB6A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560" y="921053"/>
            <a:ext cx="5635414" cy="3883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533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285643" y="1704536"/>
            <a:ext cx="6441879" cy="16167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dirty="0">
                <a:solidFill>
                  <a:schemeClr val="bg1"/>
                </a:solidFill>
                <a:effectLst/>
                <a:latin typeface="Oswald" panose="00000500000000000000" pitchFamily="2" charset="0"/>
              </a:rPr>
              <a:t>Data Overview</a:t>
            </a:r>
            <a:endParaRPr lang="en-US" sz="4400" b="1" dirty="0">
              <a:solidFill>
                <a:schemeClr val="bg1"/>
              </a:solidFill>
              <a:latin typeface="Oswald" panose="00000500000000000000" pitchFamily="2" charset="0"/>
            </a:endParaRP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704;p31"/>
          <p:cNvGrpSpPr/>
          <p:nvPr/>
        </p:nvGrpSpPr>
        <p:grpSpPr>
          <a:xfrm>
            <a:off x="6917764" y="1818069"/>
            <a:ext cx="1600177" cy="1414164"/>
            <a:chOff x="-3137650" y="2787000"/>
            <a:chExt cx="291450" cy="257575"/>
          </a:xfrm>
        </p:grpSpPr>
        <p:sp>
          <p:nvSpPr>
            <p:cNvPr id="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725;p31"/>
          <p:cNvGrpSpPr/>
          <p:nvPr/>
        </p:nvGrpSpPr>
        <p:grpSpPr>
          <a:xfrm>
            <a:off x="6525290" y="1013625"/>
            <a:ext cx="95400" cy="3116250"/>
            <a:chOff x="4524300" y="1013625"/>
            <a:chExt cx="95400" cy="3116250"/>
          </a:xfrm>
        </p:grpSpPr>
        <p:sp>
          <p:nvSpPr>
            <p:cNvPr id="21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26117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CC4D9A-B93D-4E74-8BBC-7860231F9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21" y="900169"/>
            <a:ext cx="7614881" cy="322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23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806B07-DB1D-4871-B479-09CE7BCB8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71" y="609600"/>
            <a:ext cx="8210658" cy="379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34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285643" y="1704536"/>
            <a:ext cx="6441879" cy="16167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dirty="0">
                <a:solidFill>
                  <a:schemeClr val="bg1"/>
                </a:solidFill>
                <a:effectLst/>
                <a:latin typeface="Oswald" panose="00000500000000000000" pitchFamily="2" charset="0"/>
              </a:rPr>
              <a:t>Clustering</a:t>
            </a:r>
            <a:endParaRPr lang="en-US" sz="4400" b="1" dirty="0">
              <a:solidFill>
                <a:schemeClr val="bg1"/>
              </a:solidFill>
              <a:latin typeface="Oswald" panose="00000500000000000000" pitchFamily="2" charset="0"/>
            </a:endParaRP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704;p31"/>
          <p:cNvGrpSpPr/>
          <p:nvPr/>
        </p:nvGrpSpPr>
        <p:grpSpPr>
          <a:xfrm>
            <a:off x="6917764" y="1818069"/>
            <a:ext cx="1600177" cy="1414164"/>
            <a:chOff x="-3137650" y="2787000"/>
            <a:chExt cx="291450" cy="257575"/>
          </a:xfrm>
        </p:grpSpPr>
        <p:sp>
          <p:nvSpPr>
            <p:cNvPr id="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725;p31"/>
          <p:cNvGrpSpPr/>
          <p:nvPr/>
        </p:nvGrpSpPr>
        <p:grpSpPr>
          <a:xfrm>
            <a:off x="6525290" y="1013625"/>
            <a:ext cx="95400" cy="3116250"/>
            <a:chOff x="4524300" y="1013625"/>
            <a:chExt cx="95400" cy="3116250"/>
          </a:xfrm>
        </p:grpSpPr>
        <p:sp>
          <p:nvSpPr>
            <p:cNvPr id="21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6024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28F9C0-D06A-4A6A-98D8-CA343D962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9" y="812483"/>
            <a:ext cx="3975101" cy="3877111"/>
          </a:xfrm>
          <a:prstGeom prst="rect">
            <a:avLst/>
          </a:prstGeom>
        </p:spPr>
      </p:pic>
      <p:sp>
        <p:nvSpPr>
          <p:cNvPr id="8" name="Google Shape;667;p28">
            <a:extLst>
              <a:ext uri="{FF2B5EF4-FFF2-40B4-BE49-F238E27FC236}">
                <a16:creationId xmlns:a16="http://schemas.microsoft.com/office/drawing/2014/main" id="{DF14FBE1-0092-4E55-8CDF-C8F4F3C43D17}"/>
              </a:ext>
            </a:extLst>
          </p:cNvPr>
          <p:cNvSpPr txBox="1">
            <a:spLocks/>
          </p:cNvSpPr>
          <p:nvPr/>
        </p:nvSpPr>
        <p:spPr>
          <a:xfrm>
            <a:off x="84803" y="163188"/>
            <a:ext cx="7582609" cy="83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SzPct val="107000"/>
              <a:buNone/>
            </a:pPr>
            <a:r>
              <a:rPr lang="en-US" sz="2400" b="1" dirty="0">
                <a:solidFill>
                  <a:srgbClr val="FFC000"/>
                </a:solidFill>
              </a:rPr>
              <a:t>Clustering Methodology</a:t>
            </a: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946A5B-0118-4C86-BA5C-36073C1D8689}"/>
              </a:ext>
            </a:extLst>
          </p:cNvPr>
          <p:cNvSpPr/>
          <p:nvPr/>
        </p:nvSpPr>
        <p:spPr>
          <a:xfrm>
            <a:off x="215900" y="1229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Exclude grades (G1, G2, G3) for pure </a:t>
            </a:r>
            <a:r>
              <a:rPr lang="en-GB" dirty="0" err="1">
                <a:solidFill>
                  <a:schemeClr val="tx1">
                    <a:lumMod val="90000"/>
                  </a:schemeClr>
                </a:solidFill>
              </a:rPr>
              <a:t>behavioral</a:t>
            </a: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 clustering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Standardize features using </a:t>
            </a:r>
            <a:r>
              <a:rPr lang="en-GB" dirty="0" err="1">
                <a:solidFill>
                  <a:schemeClr val="tx1">
                    <a:lumMod val="90000"/>
                  </a:schemeClr>
                </a:solidFill>
              </a:rPr>
              <a:t>StandardScaler</a:t>
            </a: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Use K-Means with k-means++ initialization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Apply elbow method to determine optimal clusters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Calculate silhouette score for validation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Create </a:t>
            </a:r>
            <a:r>
              <a:rPr lang="en-GB" dirty="0" err="1">
                <a:solidFill>
                  <a:schemeClr val="tx1">
                    <a:lumMod val="90000"/>
                  </a:schemeClr>
                </a:solidFill>
              </a:rPr>
              <a:t>cluster_weight</a:t>
            </a: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 feature based on average G3</a:t>
            </a:r>
            <a:endParaRPr lang="en-GB" dirty="0">
              <a:solidFill>
                <a:schemeClr val="tx1">
                  <a:lumMod val="9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38484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20087-2283-4CD2-8865-C5C84398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" y="455250"/>
            <a:ext cx="7816850" cy="40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10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83791A-A38F-4C28-A7A0-AA8B01E79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43" y="387349"/>
            <a:ext cx="7985314" cy="40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74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285643" y="1704536"/>
            <a:ext cx="6441879" cy="16167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bg1"/>
                </a:solidFill>
                <a:latin typeface="Oswald" panose="00000500000000000000" pitchFamily="2" charset="0"/>
              </a:rPr>
              <a:t>Hybrid Model</a:t>
            </a: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704;p31"/>
          <p:cNvGrpSpPr/>
          <p:nvPr/>
        </p:nvGrpSpPr>
        <p:grpSpPr>
          <a:xfrm>
            <a:off x="6917764" y="1818069"/>
            <a:ext cx="1600177" cy="1414164"/>
            <a:chOff x="-3137650" y="2787000"/>
            <a:chExt cx="291450" cy="257575"/>
          </a:xfrm>
        </p:grpSpPr>
        <p:sp>
          <p:nvSpPr>
            <p:cNvPr id="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725;p31"/>
          <p:cNvGrpSpPr/>
          <p:nvPr/>
        </p:nvGrpSpPr>
        <p:grpSpPr>
          <a:xfrm>
            <a:off x="6525290" y="1013625"/>
            <a:ext cx="95400" cy="3116250"/>
            <a:chOff x="4524300" y="1013625"/>
            <a:chExt cx="95400" cy="3116250"/>
          </a:xfrm>
        </p:grpSpPr>
        <p:sp>
          <p:nvSpPr>
            <p:cNvPr id="21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74688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sp>
        <p:nvSpPr>
          <p:cNvPr id="8" name="Google Shape;667;p28">
            <a:extLst>
              <a:ext uri="{FF2B5EF4-FFF2-40B4-BE49-F238E27FC236}">
                <a16:creationId xmlns:a16="http://schemas.microsoft.com/office/drawing/2014/main" id="{DF14FBE1-0092-4E55-8CDF-C8F4F3C43D17}"/>
              </a:ext>
            </a:extLst>
          </p:cNvPr>
          <p:cNvSpPr txBox="1">
            <a:spLocks/>
          </p:cNvSpPr>
          <p:nvPr/>
        </p:nvSpPr>
        <p:spPr>
          <a:xfrm>
            <a:off x="84803" y="163188"/>
            <a:ext cx="7582609" cy="83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SzPct val="107000"/>
              <a:buNone/>
            </a:pPr>
            <a:r>
              <a:rPr lang="en-US" sz="2400" b="1" dirty="0">
                <a:solidFill>
                  <a:srgbClr val="FFC000"/>
                </a:solidFill>
              </a:rPr>
              <a:t>Hybrid Model Methodology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429E83-7DD1-48A2-978F-A93546F83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387884"/>
            <a:ext cx="3459199" cy="436773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9C7C37-5A1D-4FD3-8060-EEE8A88C8C7B}"/>
              </a:ext>
            </a:extLst>
          </p:cNvPr>
          <p:cNvSpPr/>
          <p:nvPr/>
        </p:nvSpPr>
        <p:spPr>
          <a:xfrm>
            <a:off x="309102" y="1225659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Combine original features with clustering results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Use </a:t>
            </a:r>
            <a:r>
              <a:rPr lang="en-US" dirty="0" err="1">
                <a:solidFill>
                  <a:schemeClr val="tx1">
                    <a:lumMod val="90000"/>
                  </a:schemeClr>
                </a:solidFill>
              </a:rPr>
              <a:t>RandomForest</a:t>
            </a: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 classifier with </a:t>
            </a:r>
            <a:r>
              <a:rPr lang="en-US" dirty="0" err="1">
                <a:solidFill>
                  <a:schemeClr val="tx1">
                    <a:lumMod val="90000"/>
                  </a:schemeClr>
                </a:solidFill>
              </a:rPr>
              <a:t>GridSearchCV</a:t>
            </a:r>
            <a:endParaRPr lang="en-US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Train on 80% of data, test on 20% with stratification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Include </a:t>
            </a:r>
            <a:r>
              <a:rPr lang="en-US" dirty="0" err="1">
                <a:solidFill>
                  <a:schemeClr val="tx1">
                    <a:lumMod val="90000"/>
                  </a:schemeClr>
                </a:solidFill>
              </a:rPr>
              <a:t>cluster_id</a:t>
            </a: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 and </a:t>
            </a:r>
            <a:r>
              <a:rPr lang="en-US" dirty="0" err="1">
                <a:solidFill>
                  <a:schemeClr val="tx1">
                    <a:lumMod val="90000"/>
                  </a:schemeClr>
                </a:solidFill>
              </a:rPr>
              <a:t>cluster_weight</a:t>
            </a: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 features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Use same hyperparameter grid as notebook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US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>
                    <a:lumMod val="90000"/>
                  </a:schemeClr>
                </a:solidFill>
              </a:rPr>
              <a:t>Compare traditional vs hybrid model </a:t>
            </a:r>
            <a:r>
              <a:rPr lang="en-US" dirty="0" err="1">
                <a:solidFill>
                  <a:schemeClr val="tx1">
                    <a:lumMod val="90000"/>
                  </a:schemeClr>
                </a:solidFill>
              </a:rPr>
              <a:t>performanc</a:t>
            </a:r>
            <a:endParaRPr lang="en-US" dirty="0">
              <a:solidFill>
                <a:schemeClr val="tx1">
                  <a:lumMod val="9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172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sp>
        <p:nvSpPr>
          <p:cNvPr id="8" name="Google Shape;667;p28">
            <a:extLst>
              <a:ext uri="{FF2B5EF4-FFF2-40B4-BE49-F238E27FC236}">
                <a16:creationId xmlns:a16="http://schemas.microsoft.com/office/drawing/2014/main" id="{DF14FBE1-0092-4E55-8CDF-C8F4F3C43D17}"/>
              </a:ext>
            </a:extLst>
          </p:cNvPr>
          <p:cNvSpPr txBox="1">
            <a:spLocks/>
          </p:cNvSpPr>
          <p:nvPr/>
        </p:nvSpPr>
        <p:spPr>
          <a:xfrm>
            <a:off x="84803" y="163188"/>
            <a:ext cx="7582609" cy="83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SzPct val="107000"/>
              <a:buNone/>
            </a:pPr>
            <a:r>
              <a:rPr lang="en-US" sz="2400" b="1" dirty="0">
                <a:solidFill>
                  <a:srgbClr val="FFC000"/>
                </a:solidFill>
              </a:rPr>
              <a:t>Hybrid Model Performance</a:t>
            </a: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C45C53-1EB1-40AC-8D6C-DDE543986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62" y="821583"/>
            <a:ext cx="7394575" cy="384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05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sp>
        <p:nvSpPr>
          <p:cNvPr id="8" name="Google Shape;667;p28">
            <a:extLst>
              <a:ext uri="{FF2B5EF4-FFF2-40B4-BE49-F238E27FC236}">
                <a16:creationId xmlns:a16="http://schemas.microsoft.com/office/drawing/2014/main" id="{DF14FBE1-0092-4E55-8CDF-C8F4F3C43D17}"/>
              </a:ext>
            </a:extLst>
          </p:cNvPr>
          <p:cNvSpPr txBox="1">
            <a:spLocks/>
          </p:cNvSpPr>
          <p:nvPr/>
        </p:nvSpPr>
        <p:spPr>
          <a:xfrm>
            <a:off x="84803" y="163188"/>
            <a:ext cx="7582609" cy="83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SzPct val="107000"/>
              <a:buNone/>
            </a:pPr>
            <a:r>
              <a:rPr lang="en-US" sz="2400" b="1" dirty="0">
                <a:solidFill>
                  <a:srgbClr val="FFC000"/>
                </a:solidFill>
              </a:rPr>
              <a:t>Traditional vs Hybrid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FBC534-5944-47FE-8E78-465CBF64A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046360"/>
            <a:ext cx="7270750" cy="318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7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 txBox="1">
            <a:spLocks noGrp="1"/>
          </p:cNvSpPr>
          <p:nvPr>
            <p:ph type="title"/>
          </p:nvPr>
        </p:nvSpPr>
        <p:spPr>
          <a:xfrm>
            <a:off x="285643" y="1704536"/>
            <a:ext cx="6441879" cy="16167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chemeClr val="bg1"/>
                </a:solidFill>
                <a:latin typeface="Oswald" panose="00000500000000000000" pitchFamily="2" charset="0"/>
              </a:rPr>
              <a:t>Prediction</a:t>
            </a:r>
          </a:p>
        </p:txBody>
      </p:sp>
      <p:grpSp>
        <p:nvGrpSpPr>
          <p:cNvPr id="713" name="Google Shape;713;p31"/>
          <p:cNvGrpSpPr/>
          <p:nvPr/>
        </p:nvGrpSpPr>
        <p:grpSpPr>
          <a:xfrm>
            <a:off x="0" y="4569046"/>
            <a:ext cx="1022509" cy="572747"/>
            <a:chOff x="-77" y="3784091"/>
            <a:chExt cx="2423582" cy="1357541"/>
          </a:xfrm>
        </p:grpSpPr>
        <p:sp>
          <p:nvSpPr>
            <p:cNvPr id="714" name="Google Shape;714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31"/>
          <p:cNvGrpSpPr/>
          <p:nvPr/>
        </p:nvGrpSpPr>
        <p:grpSpPr>
          <a:xfrm rot="10800000">
            <a:off x="8121500" y="-4"/>
            <a:ext cx="1022509" cy="572747"/>
            <a:chOff x="-77" y="3784091"/>
            <a:chExt cx="2423582" cy="1357541"/>
          </a:xfrm>
        </p:grpSpPr>
        <p:sp>
          <p:nvSpPr>
            <p:cNvPr id="720" name="Google Shape;720;p31"/>
            <p:cNvSpPr/>
            <p:nvPr/>
          </p:nvSpPr>
          <p:spPr>
            <a:xfrm>
              <a:off x="-77" y="4201246"/>
              <a:ext cx="1609391" cy="940370"/>
            </a:xfrm>
            <a:custGeom>
              <a:avLst/>
              <a:gdLst/>
              <a:ahLst/>
              <a:cxnLst/>
              <a:rect l="l" t="t" r="r" b="b"/>
              <a:pathLst>
                <a:path w="33428" h="19530" extrusionOk="0">
                  <a:moveTo>
                    <a:pt x="5225" y="0"/>
                  </a:moveTo>
                  <a:cubicBezTo>
                    <a:pt x="1904" y="5740"/>
                    <a:pt x="1" y="12412"/>
                    <a:pt x="1" y="19529"/>
                  </a:cubicBezTo>
                  <a:lnTo>
                    <a:pt x="32555" y="19529"/>
                  </a:lnTo>
                  <a:cubicBezTo>
                    <a:pt x="32555" y="18340"/>
                    <a:pt x="32873" y="17229"/>
                    <a:pt x="33428" y="16278"/>
                  </a:cubicBezTo>
                  <a:lnTo>
                    <a:pt x="5225" y="0"/>
                  </a:lnTo>
                  <a:close/>
                </a:path>
              </a:pathLst>
            </a:custGeom>
            <a:solidFill>
              <a:srgbClr val="C8ACFD">
                <a:alpha val="57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1"/>
            <p:cNvSpPr/>
            <p:nvPr/>
          </p:nvSpPr>
          <p:spPr>
            <a:xfrm>
              <a:off x="313483" y="3784091"/>
              <a:ext cx="1410360" cy="1357541"/>
            </a:xfrm>
            <a:custGeom>
              <a:avLst/>
              <a:gdLst/>
              <a:ahLst/>
              <a:cxnLst/>
              <a:rect l="l" t="t" r="r" b="b"/>
              <a:pathLst>
                <a:path w="29294" h="28194" extrusionOk="0">
                  <a:moveTo>
                    <a:pt x="16268" y="0"/>
                  </a:moveTo>
                  <a:cubicBezTo>
                    <a:pt x="6543" y="5631"/>
                    <a:pt x="0" y="16148"/>
                    <a:pt x="0" y="28193"/>
                  </a:cubicBezTo>
                  <a:lnTo>
                    <a:pt x="26042" y="28193"/>
                  </a:lnTo>
                  <a:cubicBezTo>
                    <a:pt x="26042" y="25784"/>
                    <a:pt x="27351" y="23682"/>
                    <a:pt x="29294" y="22552"/>
                  </a:cubicBezTo>
                  <a:lnTo>
                    <a:pt x="16268" y="0"/>
                  </a:lnTo>
                  <a:close/>
                </a:path>
              </a:pathLst>
            </a:custGeom>
            <a:solidFill>
              <a:srgbClr val="878FFF">
                <a:alpha val="58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>
              <a:off x="626560" y="3887658"/>
              <a:ext cx="1253840" cy="1253970"/>
            </a:xfrm>
            <a:custGeom>
              <a:avLst/>
              <a:gdLst/>
              <a:ahLst/>
              <a:cxnLst/>
              <a:rect l="l" t="t" r="r" b="b"/>
              <a:pathLst>
                <a:path w="26043" h="26043" extrusionOk="0">
                  <a:moveTo>
                    <a:pt x="26042" y="0"/>
                  </a:moveTo>
                  <a:cubicBezTo>
                    <a:pt x="11658" y="0"/>
                    <a:pt x="0" y="11658"/>
                    <a:pt x="0" y="26042"/>
                  </a:cubicBezTo>
                  <a:lnTo>
                    <a:pt x="19539" y="26042"/>
                  </a:lnTo>
                  <a:cubicBezTo>
                    <a:pt x="19539" y="22443"/>
                    <a:pt x="22454" y="19529"/>
                    <a:pt x="26042" y="19529"/>
                  </a:cubicBezTo>
                  <a:lnTo>
                    <a:pt x="26042" y="0"/>
                  </a:lnTo>
                  <a:close/>
                </a:path>
              </a:pathLst>
            </a:custGeom>
            <a:solidFill>
              <a:srgbClr val="9154F8">
                <a:alpha val="46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940119" y="4201246"/>
              <a:ext cx="1410360" cy="940370"/>
            </a:xfrm>
            <a:custGeom>
              <a:avLst/>
              <a:gdLst/>
              <a:ahLst/>
              <a:cxnLst/>
              <a:rect l="l" t="t" r="r" b="b"/>
              <a:pathLst>
                <a:path w="29294" h="19530" extrusionOk="0">
                  <a:moveTo>
                    <a:pt x="19529" y="0"/>
                  </a:moveTo>
                  <a:cubicBezTo>
                    <a:pt x="8744" y="0"/>
                    <a:pt x="1" y="8744"/>
                    <a:pt x="1" y="19529"/>
                  </a:cubicBezTo>
                  <a:lnTo>
                    <a:pt x="13026" y="19529"/>
                  </a:lnTo>
                  <a:cubicBezTo>
                    <a:pt x="13026" y="15930"/>
                    <a:pt x="15941" y="13016"/>
                    <a:pt x="19529" y="13016"/>
                  </a:cubicBezTo>
                  <a:cubicBezTo>
                    <a:pt x="20719" y="13016"/>
                    <a:pt x="21829" y="13344"/>
                    <a:pt x="22790" y="13888"/>
                  </a:cubicBezTo>
                  <a:lnTo>
                    <a:pt x="29293" y="2618"/>
                  </a:lnTo>
                  <a:cubicBezTo>
                    <a:pt x="26429" y="952"/>
                    <a:pt x="23088" y="0"/>
                    <a:pt x="19529" y="0"/>
                  </a:cubicBezTo>
                  <a:close/>
                </a:path>
              </a:pathLst>
            </a:custGeom>
            <a:solidFill>
              <a:srgbClr val="35C2DF">
                <a:alpha val="49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1"/>
            <p:cNvSpPr/>
            <p:nvPr/>
          </p:nvSpPr>
          <p:spPr>
            <a:xfrm>
              <a:off x="1253678" y="4514786"/>
              <a:ext cx="1169827" cy="626817"/>
            </a:xfrm>
            <a:custGeom>
              <a:avLst/>
              <a:gdLst/>
              <a:ahLst/>
              <a:cxnLst/>
              <a:rect l="l" t="t" r="r" b="b"/>
              <a:pathLst>
                <a:path w="24298" h="13018" extrusionOk="0">
                  <a:moveTo>
                    <a:pt x="13016" y="1"/>
                  </a:moveTo>
                  <a:cubicBezTo>
                    <a:pt x="5829" y="1"/>
                    <a:pt x="0" y="5830"/>
                    <a:pt x="0" y="13017"/>
                  </a:cubicBezTo>
                  <a:lnTo>
                    <a:pt x="6513" y="13017"/>
                  </a:lnTo>
                  <a:cubicBezTo>
                    <a:pt x="6513" y="9418"/>
                    <a:pt x="9428" y="6504"/>
                    <a:pt x="13016" y="6504"/>
                  </a:cubicBezTo>
                  <a:cubicBezTo>
                    <a:pt x="15425" y="6504"/>
                    <a:pt x="17526" y="7823"/>
                    <a:pt x="18657" y="9766"/>
                  </a:cubicBezTo>
                  <a:lnTo>
                    <a:pt x="24297" y="6504"/>
                  </a:lnTo>
                  <a:cubicBezTo>
                    <a:pt x="22047" y="2618"/>
                    <a:pt x="17834" y="1"/>
                    <a:pt x="13016" y="1"/>
                  </a:cubicBezTo>
                  <a:close/>
                </a:path>
              </a:pathLst>
            </a:custGeom>
            <a:solidFill>
              <a:srgbClr val="CA7BEB">
                <a:alpha val="42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704;p31"/>
          <p:cNvGrpSpPr/>
          <p:nvPr/>
        </p:nvGrpSpPr>
        <p:grpSpPr>
          <a:xfrm>
            <a:off x="6917764" y="1818069"/>
            <a:ext cx="1600177" cy="1414164"/>
            <a:chOff x="-3137650" y="2787000"/>
            <a:chExt cx="291450" cy="257575"/>
          </a:xfrm>
        </p:grpSpPr>
        <p:sp>
          <p:nvSpPr>
            <p:cNvPr id="5" name="Google Shape;705;p3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706;p3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07;p3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08;p3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09;p3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10;p3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11;p3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12;p3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725;p31"/>
          <p:cNvGrpSpPr/>
          <p:nvPr/>
        </p:nvGrpSpPr>
        <p:grpSpPr>
          <a:xfrm>
            <a:off x="6525290" y="1013625"/>
            <a:ext cx="95400" cy="3116250"/>
            <a:chOff x="4524300" y="1013625"/>
            <a:chExt cx="95400" cy="3116250"/>
          </a:xfrm>
        </p:grpSpPr>
        <p:sp>
          <p:nvSpPr>
            <p:cNvPr id="21" name="Google Shape;726;p31"/>
            <p:cNvSpPr/>
            <p:nvPr/>
          </p:nvSpPr>
          <p:spPr>
            <a:xfrm>
              <a:off x="4524300" y="1013625"/>
              <a:ext cx="95400" cy="1038300"/>
            </a:xfrm>
            <a:prstGeom prst="rect">
              <a:avLst/>
            </a:prstGeom>
            <a:solidFill>
              <a:srgbClr val="C8AEF8">
                <a:alpha val="58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27;p31"/>
            <p:cNvSpPr/>
            <p:nvPr/>
          </p:nvSpPr>
          <p:spPr>
            <a:xfrm>
              <a:off x="4524300" y="1534125"/>
              <a:ext cx="95400" cy="1038300"/>
            </a:xfrm>
            <a:prstGeom prst="rect">
              <a:avLst/>
            </a:prstGeom>
            <a:solidFill>
              <a:srgbClr val="878FFF">
                <a:alpha val="737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8;p31"/>
            <p:cNvSpPr/>
            <p:nvPr/>
          </p:nvSpPr>
          <p:spPr>
            <a:xfrm>
              <a:off x="4524300" y="2053275"/>
              <a:ext cx="95400" cy="1038300"/>
            </a:xfrm>
            <a:prstGeom prst="rect">
              <a:avLst/>
            </a:prstGeom>
            <a:solidFill>
              <a:srgbClr val="9154F8">
                <a:alpha val="53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9;p31"/>
            <p:cNvSpPr/>
            <p:nvPr/>
          </p:nvSpPr>
          <p:spPr>
            <a:xfrm>
              <a:off x="4524300" y="2565875"/>
              <a:ext cx="95400" cy="1038300"/>
            </a:xfrm>
            <a:prstGeom prst="rect">
              <a:avLst/>
            </a:prstGeom>
            <a:solidFill>
              <a:srgbClr val="35C2DF">
                <a:alpha val="75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30;p31"/>
            <p:cNvSpPr/>
            <p:nvPr/>
          </p:nvSpPr>
          <p:spPr>
            <a:xfrm>
              <a:off x="4524300" y="3091575"/>
              <a:ext cx="95400" cy="1038300"/>
            </a:xfrm>
            <a:prstGeom prst="rect">
              <a:avLst/>
            </a:prstGeom>
            <a:solidFill>
              <a:srgbClr val="CA7BEB">
                <a:alpha val="5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31;p31"/>
            <p:cNvSpPr/>
            <p:nvPr/>
          </p:nvSpPr>
          <p:spPr>
            <a:xfrm>
              <a:off x="4524300" y="3610723"/>
              <a:ext cx="95400" cy="519000"/>
            </a:xfrm>
            <a:prstGeom prst="rect">
              <a:avLst/>
            </a:prstGeom>
            <a:solidFill>
              <a:srgbClr val="972CB4">
                <a:alpha val="7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130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sp>
        <p:nvSpPr>
          <p:cNvPr id="8" name="Google Shape;667;p28">
            <a:extLst>
              <a:ext uri="{FF2B5EF4-FFF2-40B4-BE49-F238E27FC236}">
                <a16:creationId xmlns:a16="http://schemas.microsoft.com/office/drawing/2014/main" id="{DF14FBE1-0092-4E55-8CDF-C8F4F3C43D17}"/>
              </a:ext>
            </a:extLst>
          </p:cNvPr>
          <p:cNvSpPr txBox="1">
            <a:spLocks/>
          </p:cNvSpPr>
          <p:nvPr/>
        </p:nvSpPr>
        <p:spPr>
          <a:xfrm>
            <a:off x="84803" y="163188"/>
            <a:ext cx="7582609" cy="83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SzPct val="107000"/>
              <a:buNone/>
            </a:pPr>
            <a:r>
              <a:rPr lang="en-US" sz="2400" b="1" dirty="0">
                <a:solidFill>
                  <a:srgbClr val="FFC000"/>
                </a:solidFill>
              </a:rPr>
              <a:t>Prediction Settings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50EBFD-9479-43FF-A5F7-F9AA2F173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03" y="1329630"/>
            <a:ext cx="8529734" cy="248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34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sp>
        <p:nvSpPr>
          <p:cNvPr id="8" name="Google Shape;667;p28">
            <a:extLst>
              <a:ext uri="{FF2B5EF4-FFF2-40B4-BE49-F238E27FC236}">
                <a16:creationId xmlns:a16="http://schemas.microsoft.com/office/drawing/2014/main" id="{DF14FBE1-0092-4E55-8CDF-C8F4F3C43D17}"/>
              </a:ext>
            </a:extLst>
          </p:cNvPr>
          <p:cNvSpPr txBox="1">
            <a:spLocks/>
          </p:cNvSpPr>
          <p:nvPr/>
        </p:nvSpPr>
        <p:spPr>
          <a:xfrm>
            <a:off x="84803" y="163188"/>
            <a:ext cx="7582609" cy="83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SzPct val="107000"/>
              <a:buNone/>
            </a:pPr>
            <a:r>
              <a:rPr lang="en-US" sz="2400" b="1" dirty="0">
                <a:solidFill>
                  <a:srgbClr val="FFC000"/>
                </a:solidFill>
              </a:rPr>
              <a:t>Prediction Results</a:t>
            </a:r>
          </a:p>
          <a:p>
            <a:pPr marL="0" indent="0">
              <a:spcAft>
                <a:spcPts val="1600"/>
              </a:spcAft>
              <a:buSzPct val="107000"/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FEC2B-7066-41B3-B634-B3E809ADC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84" y="933450"/>
            <a:ext cx="8491763" cy="349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33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65">
          <a:extLst>
            <a:ext uri="{FF2B5EF4-FFF2-40B4-BE49-F238E27FC236}">
              <a16:creationId xmlns:a16="http://schemas.microsoft.com/office/drawing/2014/main" id="{9160DF4A-793C-AD10-DAA8-D73D0E80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27FF1A89-9B09-C76F-2415-0B427E52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32" y="163188"/>
            <a:ext cx="7582609" cy="8323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SzPct val="107000"/>
              <a:buNone/>
            </a:pPr>
            <a:r>
              <a:rPr lang="en-US" sz="3200" b="1" dirty="0">
                <a:solidFill>
                  <a:srgbClr val="FFC000"/>
                </a:solidFill>
              </a:rPr>
              <a:t> 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28F9C0-D06A-4A6A-98D8-CA343D962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99" y="812483"/>
            <a:ext cx="3975101" cy="3877111"/>
          </a:xfrm>
          <a:prstGeom prst="rect">
            <a:avLst/>
          </a:prstGeom>
        </p:spPr>
      </p:pic>
      <p:sp>
        <p:nvSpPr>
          <p:cNvPr id="8" name="Google Shape;667;p28">
            <a:extLst>
              <a:ext uri="{FF2B5EF4-FFF2-40B4-BE49-F238E27FC236}">
                <a16:creationId xmlns:a16="http://schemas.microsoft.com/office/drawing/2014/main" id="{DF14FBE1-0092-4E55-8CDF-C8F4F3C43D17}"/>
              </a:ext>
            </a:extLst>
          </p:cNvPr>
          <p:cNvSpPr txBox="1">
            <a:spLocks/>
          </p:cNvSpPr>
          <p:nvPr/>
        </p:nvSpPr>
        <p:spPr>
          <a:xfrm>
            <a:off x="84803" y="163188"/>
            <a:ext cx="7582609" cy="832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vvic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  <a:buSzPct val="107000"/>
              <a:buNone/>
            </a:pPr>
            <a:r>
              <a:rPr lang="en-US" sz="2400" b="1" dirty="0">
                <a:solidFill>
                  <a:srgbClr val="FFC000"/>
                </a:solidFill>
              </a:rPr>
              <a:t>Clustering Methodology</a:t>
            </a: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946A5B-0118-4C86-BA5C-36073C1D8689}"/>
              </a:ext>
            </a:extLst>
          </p:cNvPr>
          <p:cNvSpPr/>
          <p:nvPr/>
        </p:nvSpPr>
        <p:spPr>
          <a:xfrm>
            <a:off x="215900" y="1229439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Exclude grades (G1, G2, G3) for pure </a:t>
            </a:r>
            <a:r>
              <a:rPr lang="en-GB" dirty="0" err="1">
                <a:solidFill>
                  <a:schemeClr val="tx1">
                    <a:lumMod val="90000"/>
                  </a:schemeClr>
                </a:solidFill>
              </a:rPr>
              <a:t>behavioral</a:t>
            </a: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 clustering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Standardize features using </a:t>
            </a:r>
            <a:r>
              <a:rPr lang="en-GB" dirty="0" err="1">
                <a:solidFill>
                  <a:schemeClr val="tx1">
                    <a:lumMod val="90000"/>
                  </a:schemeClr>
                </a:solidFill>
              </a:rPr>
              <a:t>StandardScaler</a:t>
            </a: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Use K-Means with k-means++ initialization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Apply elbow method to determine optimal clusters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Calculate silhouette score for validation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endParaRPr lang="en-GB" dirty="0">
              <a:solidFill>
                <a:schemeClr val="tx1">
                  <a:lumMod val="90000"/>
                </a:schemeClr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Create </a:t>
            </a:r>
            <a:r>
              <a:rPr lang="en-GB" dirty="0" err="1">
                <a:solidFill>
                  <a:schemeClr val="tx1">
                    <a:lumMod val="90000"/>
                  </a:schemeClr>
                </a:solidFill>
              </a:rPr>
              <a:t>cluster_weight</a:t>
            </a:r>
            <a:r>
              <a:rPr lang="en-GB" dirty="0">
                <a:solidFill>
                  <a:schemeClr val="tx1">
                    <a:lumMod val="90000"/>
                  </a:schemeClr>
                </a:solidFill>
              </a:rPr>
              <a:t> feature based on average G3</a:t>
            </a:r>
            <a:endParaRPr lang="en-GB" dirty="0">
              <a:solidFill>
                <a:schemeClr val="tx1">
                  <a:lumMod val="9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0365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367C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672">
          <a:extLst>
            <a:ext uri="{FF2B5EF4-FFF2-40B4-BE49-F238E27FC236}">
              <a16:creationId xmlns:a16="http://schemas.microsoft.com/office/drawing/2014/main" id="{3FBC486D-02F8-EA71-591A-89451BE5A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82;p27">
            <a:extLst>
              <a:ext uri="{FF2B5EF4-FFF2-40B4-BE49-F238E27FC236}">
                <a16:creationId xmlns:a16="http://schemas.microsoft.com/office/drawing/2014/main" id="{D3E901A8-4AB3-4B11-9A99-01692674412F}"/>
              </a:ext>
            </a:extLst>
          </p:cNvPr>
          <p:cNvSpPr/>
          <p:nvPr/>
        </p:nvSpPr>
        <p:spPr>
          <a:xfrm>
            <a:off x="6804345" y="3204513"/>
            <a:ext cx="125987" cy="13136"/>
          </a:xfrm>
          <a:custGeom>
            <a:avLst/>
            <a:gdLst/>
            <a:ahLst/>
            <a:cxnLst/>
            <a:rect l="l" t="t" r="r" b="b"/>
            <a:pathLst>
              <a:path w="4805" h="501" extrusionOk="0">
                <a:moveTo>
                  <a:pt x="401" y="1"/>
                </a:moveTo>
                <a:cubicBezTo>
                  <a:pt x="168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168" y="67"/>
                  <a:pt x="401" y="67"/>
                </a:cubicBezTo>
                <a:lnTo>
                  <a:pt x="4404" y="67"/>
                </a:lnTo>
                <a:cubicBezTo>
                  <a:pt x="4637" y="67"/>
                  <a:pt x="4804" y="267"/>
                  <a:pt x="4804" y="501"/>
                </a:cubicBezTo>
                <a:lnTo>
                  <a:pt x="4804" y="401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483;p27">
            <a:extLst>
              <a:ext uri="{FF2B5EF4-FFF2-40B4-BE49-F238E27FC236}">
                <a16:creationId xmlns:a16="http://schemas.microsoft.com/office/drawing/2014/main" id="{B74868AE-05A9-441B-B47B-12AAAF564E82}"/>
              </a:ext>
            </a:extLst>
          </p:cNvPr>
          <p:cNvSpPr/>
          <p:nvPr/>
        </p:nvSpPr>
        <p:spPr>
          <a:xfrm>
            <a:off x="6804345" y="3061064"/>
            <a:ext cx="125987" cy="13162"/>
          </a:xfrm>
          <a:custGeom>
            <a:avLst/>
            <a:gdLst/>
            <a:ahLst/>
            <a:cxnLst/>
            <a:rect l="l" t="t" r="r" b="b"/>
            <a:pathLst>
              <a:path w="4805" h="502" extrusionOk="0">
                <a:moveTo>
                  <a:pt x="401" y="1"/>
                </a:moveTo>
                <a:cubicBezTo>
                  <a:pt x="168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168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04" y="268"/>
                  <a:pt x="4804" y="501"/>
                </a:cubicBezTo>
                <a:lnTo>
                  <a:pt x="4804" y="435"/>
                </a:lnTo>
                <a:cubicBezTo>
                  <a:pt x="4804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87;p27">
            <a:extLst>
              <a:ext uri="{FF2B5EF4-FFF2-40B4-BE49-F238E27FC236}">
                <a16:creationId xmlns:a16="http://schemas.microsoft.com/office/drawing/2014/main" id="{0EE292CD-66AE-42AA-9866-5E1FC64131C5}"/>
              </a:ext>
            </a:extLst>
          </p:cNvPr>
          <p:cNvSpPr/>
          <p:nvPr/>
        </p:nvSpPr>
        <p:spPr>
          <a:xfrm>
            <a:off x="6288337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00" y="1"/>
                </a:moveTo>
                <a:cubicBezTo>
                  <a:pt x="167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167" y="101"/>
                  <a:pt x="400" y="101"/>
                </a:cubicBezTo>
                <a:lnTo>
                  <a:pt x="4403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3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488;p27">
            <a:extLst>
              <a:ext uri="{FF2B5EF4-FFF2-40B4-BE49-F238E27FC236}">
                <a16:creationId xmlns:a16="http://schemas.microsoft.com/office/drawing/2014/main" id="{5D871866-7C3A-4B54-AE7B-16BCEB8B82A1}"/>
              </a:ext>
            </a:extLst>
          </p:cNvPr>
          <p:cNvSpPr/>
          <p:nvPr/>
        </p:nvSpPr>
        <p:spPr>
          <a:xfrm>
            <a:off x="6116020" y="3204513"/>
            <a:ext cx="299144" cy="13136"/>
          </a:xfrm>
          <a:custGeom>
            <a:avLst/>
            <a:gdLst/>
            <a:ahLst/>
            <a:cxnLst/>
            <a:rect l="l" t="t" r="r" b="b"/>
            <a:pathLst>
              <a:path w="11409" h="501" extrusionOk="0">
                <a:moveTo>
                  <a:pt x="434" y="1"/>
                </a:moveTo>
                <a:cubicBezTo>
                  <a:pt x="201" y="1"/>
                  <a:pt x="1" y="167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10975" y="67"/>
                </a:lnTo>
                <a:cubicBezTo>
                  <a:pt x="11209" y="67"/>
                  <a:pt x="11409" y="267"/>
                  <a:pt x="11409" y="501"/>
                </a:cubicBezTo>
                <a:lnTo>
                  <a:pt x="11409" y="401"/>
                </a:lnTo>
                <a:cubicBezTo>
                  <a:pt x="11409" y="167"/>
                  <a:pt x="11209" y="1"/>
                  <a:pt x="10975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95;p27">
            <a:extLst>
              <a:ext uri="{FF2B5EF4-FFF2-40B4-BE49-F238E27FC236}">
                <a16:creationId xmlns:a16="http://schemas.microsoft.com/office/drawing/2014/main" id="{70919595-7627-4341-BAE2-DAB651858B2D}"/>
              </a:ext>
            </a:extLst>
          </p:cNvPr>
          <p:cNvSpPr/>
          <p:nvPr/>
        </p:nvSpPr>
        <p:spPr>
          <a:xfrm>
            <a:off x="6975771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04" y="101"/>
                </a:lnTo>
                <a:cubicBezTo>
                  <a:pt x="4637" y="101"/>
                  <a:pt x="4838" y="268"/>
                  <a:pt x="4838" y="501"/>
                </a:cubicBezTo>
                <a:lnTo>
                  <a:pt x="4838" y="435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96;p27">
            <a:extLst>
              <a:ext uri="{FF2B5EF4-FFF2-40B4-BE49-F238E27FC236}">
                <a16:creationId xmlns:a16="http://schemas.microsoft.com/office/drawing/2014/main" id="{66FDCE45-E9C4-40A9-9248-CEBCE855EDB6}"/>
              </a:ext>
            </a:extLst>
          </p:cNvPr>
          <p:cNvSpPr/>
          <p:nvPr/>
        </p:nvSpPr>
        <p:spPr>
          <a:xfrm>
            <a:off x="6975771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34" y="1"/>
                </a:moveTo>
                <a:cubicBezTo>
                  <a:pt x="201" y="1"/>
                  <a:pt x="1" y="201"/>
                  <a:pt x="1" y="401"/>
                </a:cubicBezTo>
                <a:lnTo>
                  <a:pt x="1" y="501"/>
                </a:lnTo>
                <a:cubicBezTo>
                  <a:pt x="1" y="267"/>
                  <a:pt x="201" y="67"/>
                  <a:pt x="434" y="67"/>
                </a:cubicBezTo>
                <a:lnTo>
                  <a:pt x="4404" y="67"/>
                </a:lnTo>
                <a:cubicBezTo>
                  <a:pt x="4637" y="67"/>
                  <a:pt x="4838" y="267"/>
                  <a:pt x="4838" y="501"/>
                </a:cubicBezTo>
                <a:lnTo>
                  <a:pt x="4838" y="401"/>
                </a:lnTo>
                <a:cubicBezTo>
                  <a:pt x="4838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507;p27">
            <a:extLst>
              <a:ext uri="{FF2B5EF4-FFF2-40B4-BE49-F238E27FC236}">
                <a16:creationId xmlns:a16="http://schemas.microsoft.com/office/drawing/2014/main" id="{73344BEA-0C8F-4FA3-82DF-BE6FE2722109}"/>
              </a:ext>
            </a:extLst>
          </p:cNvPr>
          <p:cNvSpPr/>
          <p:nvPr/>
        </p:nvSpPr>
        <p:spPr>
          <a:xfrm>
            <a:off x="6459763" y="3061064"/>
            <a:ext cx="126826" cy="13162"/>
          </a:xfrm>
          <a:custGeom>
            <a:avLst/>
            <a:gdLst/>
            <a:ahLst/>
            <a:cxnLst/>
            <a:rect l="l" t="t" r="r" b="b"/>
            <a:pathLst>
              <a:path w="4837" h="502" extrusionOk="0">
                <a:moveTo>
                  <a:pt x="434" y="1"/>
                </a:moveTo>
                <a:cubicBezTo>
                  <a:pt x="200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0" y="101"/>
                  <a:pt x="434" y="101"/>
                </a:cubicBezTo>
                <a:lnTo>
                  <a:pt x="4437" y="101"/>
                </a:lnTo>
                <a:cubicBezTo>
                  <a:pt x="4670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509;p27">
            <a:extLst>
              <a:ext uri="{FF2B5EF4-FFF2-40B4-BE49-F238E27FC236}">
                <a16:creationId xmlns:a16="http://schemas.microsoft.com/office/drawing/2014/main" id="{111D2850-0FD4-4337-ACA5-20880B9EEDD8}"/>
              </a:ext>
            </a:extLst>
          </p:cNvPr>
          <p:cNvSpPr/>
          <p:nvPr/>
        </p:nvSpPr>
        <p:spPr>
          <a:xfrm>
            <a:off x="6459763" y="3204513"/>
            <a:ext cx="126826" cy="13136"/>
          </a:xfrm>
          <a:custGeom>
            <a:avLst/>
            <a:gdLst/>
            <a:ahLst/>
            <a:cxnLst/>
            <a:rect l="l" t="t" r="r" b="b"/>
            <a:pathLst>
              <a:path w="4837" h="501" extrusionOk="0">
                <a:moveTo>
                  <a:pt x="434" y="1"/>
                </a:moveTo>
                <a:cubicBezTo>
                  <a:pt x="200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0" y="67"/>
                  <a:pt x="434" y="67"/>
                </a:cubicBezTo>
                <a:lnTo>
                  <a:pt x="4437" y="67"/>
                </a:lnTo>
                <a:cubicBezTo>
                  <a:pt x="4670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70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512;p27">
            <a:extLst>
              <a:ext uri="{FF2B5EF4-FFF2-40B4-BE49-F238E27FC236}">
                <a16:creationId xmlns:a16="http://schemas.microsoft.com/office/drawing/2014/main" id="{437D4DFA-DB27-41AB-A6D9-9452A9BF097C}"/>
              </a:ext>
            </a:extLst>
          </p:cNvPr>
          <p:cNvSpPr/>
          <p:nvPr/>
        </p:nvSpPr>
        <p:spPr>
          <a:xfrm>
            <a:off x="6632054" y="3204513"/>
            <a:ext cx="126852" cy="13136"/>
          </a:xfrm>
          <a:custGeom>
            <a:avLst/>
            <a:gdLst/>
            <a:ahLst/>
            <a:cxnLst/>
            <a:rect l="l" t="t" r="r" b="b"/>
            <a:pathLst>
              <a:path w="4838" h="501" extrusionOk="0">
                <a:moveTo>
                  <a:pt x="401" y="1"/>
                </a:moveTo>
                <a:cubicBezTo>
                  <a:pt x="201" y="1"/>
                  <a:pt x="0" y="167"/>
                  <a:pt x="0" y="401"/>
                </a:cubicBezTo>
                <a:lnTo>
                  <a:pt x="0" y="501"/>
                </a:lnTo>
                <a:cubicBezTo>
                  <a:pt x="0" y="267"/>
                  <a:pt x="201" y="67"/>
                  <a:pt x="401" y="67"/>
                </a:cubicBezTo>
                <a:lnTo>
                  <a:pt x="4404" y="67"/>
                </a:lnTo>
                <a:cubicBezTo>
                  <a:pt x="4637" y="67"/>
                  <a:pt x="4837" y="267"/>
                  <a:pt x="4837" y="501"/>
                </a:cubicBezTo>
                <a:lnTo>
                  <a:pt x="4837" y="401"/>
                </a:lnTo>
                <a:cubicBezTo>
                  <a:pt x="4837" y="167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513;p27">
            <a:extLst>
              <a:ext uri="{FF2B5EF4-FFF2-40B4-BE49-F238E27FC236}">
                <a16:creationId xmlns:a16="http://schemas.microsoft.com/office/drawing/2014/main" id="{5C7552A1-8507-43BB-A0F2-5F29DABE71CE}"/>
              </a:ext>
            </a:extLst>
          </p:cNvPr>
          <p:cNvSpPr/>
          <p:nvPr/>
        </p:nvSpPr>
        <p:spPr>
          <a:xfrm>
            <a:off x="6632054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01" y="1"/>
                </a:moveTo>
                <a:cubicBezTo>
                  <a:pt x="201" y="1"/>
                  <a:pt x="0" y="201"/>
                  <a:pt x="0" y="435"/>
                </a:cubicBezTo>
                <a:lnTo>
                  <a:pt x="0" y="501"/>
                </a:lnTo>
                <a:cubicBezTo>
                  <a:pt x="0" y="268"/>
                  <a:pt x="201" y="101"/>
                  <a:pt x="401" y="101"/>
                </a:cubicBezTo>
                <a:lnTo>
                  <a:pt x="4404" y="101"/>
                </a:lnTo>
                <a:cubicBezTo>
                  <a:pt x="4637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37" y="1"/>
                  <a:pt x="4404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517;p27">
            <a:extLst>
              <a:ext uri="{FF2B5EF4-FFF2-40B4-BE49-F238E27FC236}">
                <a16:creationId xmlns:a16="http://schemas.microsoft.com/office/drawing/2014/main" id="{F67C5B57-B4EE-4746-ABBF-A08847FA8452}"/>
              </a:ext>
            </a:extLst>
          </p:cNvPr>
          <p:cNvSpPr/>
          <p:nvPr/>
        </p:nvSpPr>
        <p:spPr>
          <a:xfrm>
            <a:off x="6116020" y="3061064"/>
            <a:ext cx="126852" cy="13162"/>
          </a:xfrm>
          <a:custGeom>
            <a:avLst/>
            <a:gdLst/>
            <a:ahLst/>
            <a:cxnLst/>
            <a:rect l="l" t="t" r="r" b="b"/>
            <a:pathLst>
              <a:path w="4838" h="502" extrusionOk="0">
                <a:moveTo>
                  <a:pt x="434" y="1"/>
                </a:moveTo>
                <a:cubicBezTo>
                  <a:pt x="201" y="1"/>
                  <a:pt x="1" y="201"/>
                  <a:pt x="1" y="435"/>
                </a:cubicBezTo>
                <a:lnTo>
                  <a:pt x="1" y="501"/>
                </a:lnTo>
                <a:cubicBezTo>
                  <a:pt x="1" y="268"/>
                  <a:pt x="201" y="101"/>
                  <a:pt x="434" y="101"/>
                </a:cubicBezTo>
                <a:lnTo>
                  <a:pt x="4437" y="101"/>
                </a:lnTo>
                <a:cubicBezTo>
                  <a:pt x="4671" y="101"/>
                  <a:pt x="4837" y="268"/>
                  <a:pt x="4837" y="501"/>
                </a:cubicBezTo>
                <a:lnTo>
                  <a:pt x="4837" y="435"/>
                </a:lnTo>
                <a:cubicBezTo>
                  <a:pt x="4837" y="201"/>
                  <a:pt x="4671" y="1"/>
                  <a:pt x="4437" y="1"/>
                </a:cubicBezTo>
                <a:close/>
              </a:path>
            </a:pathLst>
          </a:custGeom>
          <a:solidFill>
            <a:srgbClr val="0032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B60AE2-137A-4084-84E9-18636652EB18}"/>
              </a:ext>
            </a:extLst>
          </p:cNvPr>
          <p:cNvGrpSpPr/>
          <p:nvPr/>
        </p:nvGrpSpPr>
        <p:grpSpPr>
          <a:xfrm>
            <a:off x="240070" y="1629654"/>
            <a:ext cx="2626132" cy="1933585"/>
            <a:chOff x="4992525" y="1047062"/>
            <a:chExt cx="2626132" cy="1933585"/>
          </a:xfrm>
        </p:grpSpPr>
        <p:sp>
          <p:nvSpPr>
            <p:cNvPr id="5" name="Google Shape;486;p27">
              <a:extLst>
                <a:ext uri="{FF2B5EF4-FFF2-40B4-BE49-F238E27FC236}">
                  <a16:creationId xmlns:a16="http://schemas.microsoft.com/office/drawing/2014/main" id="{8A9BB47F-086B-4E17-A316-BB6B7655BF70}"/>
                </a:ext>
              </a:extLst>
            </p:cNvPr>
            <p:cNvSpPr/>
            <p:nvPr/>
          </p:nvSpPr>
          <p:spPr>
            <a:xfrm>
              <a:off x="6804345" y="2967485"/>
              <a:ext cx="125987" cy="13162"/>
            </a:xfrm>
            <a:custGeom>
              <a:avLst/>
              <a:gdLst/>
              <a:ahLst/>
              <a:cxnLst/>
              <a:rect l="l" t="t" r="r" b="b"/>
              <a:pathLst>
                <a:path w="4805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04" y="268"/>
                    <a:pt x="4804" y="501"/>
                  </a:cubicBezTo>
                  <a:lnTo>
                    <a:pt x="4804" y="434"/>
                  </a:lnTo>
                  <a:cubicBezTo>
                    <a:pt x="4804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91;p27">
              <a:extLst>
                <a:ext uri="{FF2B5EF4-FFF2-40B4-BE49-F238E27FC236}">
                  <a16:creationId xmlns:a16="http://schemas.microsoft.com/office/drawing/2014/main" id="{6FBD6D54-8854-4E80-8E31-90FB73A85114}"/>
                </a:ext>
              </a:extLst>
            </p:cNvPr>
            <p:cNvSpPr/>
            <p:nvPr/>
          </p:nvSpPr>
          <p:spPr>
            <a:xfrm>
              <a:off x="6288337" y="2967485"/>
              <a:ext cx="126826" cy="13162"/>
            </a:xfrm>
            <a:custGeom>
              <a:avLst/>
              <a:gdLst/>
              <a:ahLst/>
              <a:cxnLst/>
              <a:rect l="l" t="t" r="r" b="b"/>
              <a:pathLst>
                <a:path w="4837" h="502" extrusionOk="0">
                  <a:moveTo>
                    <a:pt x="400" y="1"/>
                  </a:moveTo>
                  <a:cubicBezTo>
                    <a:pt x="167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167" y="101"/>
                    <a:pt x="400" y="101"/>
                  </a:cubicBezTo>
                  <a:lnTo>
                    <a:pt x="4403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03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92;p27">
              <a:extLst>
                <a:ext uri="{FF2B5EF4-FFF2-40B4-BE49-F238E27FC236}">
                  <a16:creationId xmlns:a16="http://schemas.microsoft.com/office/drawing/2014/main" id="{CDB3853D-49CD-406C-832A-1F22FD4F68D7}"/>
                </a:ext>
              </a:extLst>
            </p:cNvPr>
            <p:cNvSpPr/>
            <p:nvPr/>
          </p:nvSpPr>
          <p:spPr>
            <a:xfrm>
              <a:off x="7147196" y="2967485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34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00;p27">
              <a:extLst>
                <a:ext uri="{FF2B5EF4-FFF2-40B4-BE49-F238E27FC236}">
                  <a16:creationId xmlns:a16="http://schemas.microsoft.com/office/drawing/2014/main" id="{D7EA9ACD-5539-497E-8449-89BE626002FE}"/>
                </a:ext>
              </a:extLst>
            </p:cNvPr>
            <p:cNvSpPr/>
            <p:nvPr/>
          </p:nvSpPr>
          <p:spPr>
            <a:xfrm>
              <a:off x="6975771" y="2967485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04;p27">
              <a:extLst>
                <a:ext uri="{FF2B5EF4-FFF2-40B4-BE49-F238E27FC236}">
                  <a16:creationId xmlns:a16="http://schemas.microsoft.com/office/drawing/2014/main" id="{919C4766-ACE4-43F3-9827-987E18C77FC3}"/>
                </a:ext>
              </a:extLst>
            </p:cNvPr>
            <p:cNvSpPr/>
            <p:nvPr/>
          </p:nvSpPr>
          <p:spPr>
            <a:xfrm>
              <a:off x="6459763" y="2967485"/>
              <a:ext cx="126826" cy="13162"/>
            </a:xfrm>
            <a:custGeom>
              <a:avLst/>
              <a:gdLst/>
              <a:ahLst/>
              <a:cxnLst/>
              <a:rect l="l" t="t" r="r" b="b"/>
              <a:pathLst>
                <a:path w="4837" h="502" extrusionOk="0">
                  <a:moveTo>
                    <a:pt x="434" y="1"/>
                  </a:moveTo>
                  <a:cubicBezTo>
                    <a:pt x="200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0" y="101"/>
                    <a:pt x="434" y="101"/>
                  </a:cubicBezTo>
                  <a:lnTo>
                    <a:pt x="4437" y="101"/>
                  </a:lnTo>
                  <a:cubicBezTo>
                    <a:pt x="4670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70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11;p27">
              <a:extLst>
                <a:ext uri="{FF2B5EF4-FFF2-40B4-BE49-F238E27FC236}">
                  <a16:creationId xmlns:a16="http://schemas.microsoft.com/office/drawing/2014/main" id="{4EF3134C-4E95-46D6-9BE1-49A03A9679AF}"/>
                </a:ext>
              </a:extLst>
            </p:cNvPr>
            <p:cNvSpPr/>
            <p:nvPr/>
          </p:nvSpPr>
          <p:spPr>
            <a:xfrm>
              <a:off x="6632054" y="2967485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26;p27">
              <a:extLst>
                <a:ext uri="{FF2B5EF4-FFF2-40B4-BE49-F238E27FC236}">
                  <a16:creationId xmlns:a16="http://schemas.microsoft.com/office/drawing/2014/main" id="{513590C2-233B-4EF4-8379-EF99E37E5250}"/>
                </a:ext>
              </a:extLst>
            </p:cNvPr>
            <p:cNvSpPr/>
            <p:nvPr/>
          </p:nvSpPr>
          <p:spPr>
            <a:xfrm>
              <a:off x="7319514" y="2967485"/>
              <a:ext cx="126826" cy="13162"/>
            </a:xfrm>
            <a:custGeom>
              <a:avLst/>
              <a:gdLst/>
              <a:ahLst/>
              <a:cxnLst/>
              <a:rect l="l" t="t" r="r" b="b"/>
              <a:pathLst>
                <a:path w="4837" h="502" extrusionOk="0">
                  <a:moveTo>
                    <a:pt x="434" y="1"/>
                  </a:moveTo>
                  <a:cubicBezTo>
                    <a:pt x="200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0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36;p27">
              <a:extLst>
                <a:ext uri="{FF2B5EF4-FFF2-40B4-BE49-F238E27FC236}">
                  <a16:creationId xmlns:a16="http://schemas.microsoft.com/office/drawing/2014/main" id="{43596697-78DB-49E6-9B16-19DD66387BE3}"/>
                </a:ext>
              </a:extLst>
            </p:cNvPr>
            <p:cNvSpPr/>
            <p:nvPr/>
          </p:nvSpPr>
          <p:spPr>
            <a:xfrm>
              <a:off x="7491805" y="2967485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7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167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50;p27">
              <a:extLst>
                <a:ext uri="{FF2B5EF4-FFF2-40B4-BE49-F238E27FC236}">
                  <a16:creationId xmlns:a16="http://schemas.microsoft.com/office/drawing/2014/main" id="{5648C993-445E-4429-A9A9-56FBE6444A13}"/>
                </a:ext>
              </a:extLst>
            </p:cNvPr>
            <p:cNvSpPr/>
            <p:nvPr/>
          </p:nvSpPr>
          <p:spPr>
            <a:xfrm>
              <a:off x="5646147" y="2701671"/>
              <a:ext cx="68916" cy="31575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5" y="899"/>
                  </a:moveTo>
                  <a:lnTo>
                    <a:pt x="125" y="899"/>
                  </a:lnTo>
                  <a:cubicBezTo>
                    <a:pt x="132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5" y="899"/>
                  </a:cubicBezTo>
                  <a:close/>
                  <a:moveTo>
                    <a:pt x="891" y="1"/>
                  </a:moveTo>
                  <a:cubicBezTo>
                    <a:pt x="329" y="1"/>
                    <a:pt x="1" y="409"/>
                    <a:pt x="125" y="899"/>
                  </a:cubicBezTo>
                  <a:lnTo>
                    <a:pt x="125" y="899"/>
                  </a:lnTo>
                  <a:cubicBezTo>
                    <a:pt x="49" y="429"/>
                    <a:pt x="373" y="67"/>
                    <a:pt x="891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8" y="1"/>
                    <a:pt x="891" y="1"/>
                  </a:cubicBezTo>
                  <a:close/>
                </a:path>
              </a:pathLst>
            </a:custGeom>
            <a:solidFill>
              <a:srgbClr val="FFFF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51;p27">
              <a:extLst>
                <a:ext uri="{FF2B5EF4-FFF2-40B4-BE49-F238E27FC236}">
                  <a16:creationId xmlns:a16="http://schemas.microsoft.com/office/drawing/2014/main" id="{90184E5A-357F-40CA-851F-035B2876E76E}"/>
                </a:ext>
              </a:extLst>
            </p:cNvPr>
            <p:cNvSpPr/>
            <p:nvPr/>
          </p:nvSpPr>
          <p:spPr>
            <a:xfrm>
              <a:off x="5764205" y="2701671"/>
              <a:ext cx="68886" cy="31575"/>
            </a:xfrm>
            <a:custGeom>
              <a:avLst/>
              <a:gdLst/>
              <a:ahLst/>
              <a:cxnLst/>
              <a:rect l="l" t="t" r="r" b="b"/>
              <a:pathLst>
                <a:path w="2258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6" y="1035"/>
                  </a:cubicBezTo>
                  <a:cubicBezTo>
                    <a:pt x="156" y="1001"/>
                    <a:pt x="156" y="1001"/>
                    <a:pt x="156" y="1001"/>
                  </a:cubicBezTo>
                  <a:cubicBezTo>
                    <a:pt x="143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8" y="1"/>
                    <a:pt x="0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0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57" y="1"/>
                    <a:pt x="890" y="1"/>
                  </a:cubicBezTo>
                  <a:close/>
                </a:path>
              </a:pathLst>
            </a:custGeom>
            <a:solidFill>
              <a:srgbClr val="FF5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52;p27">
              <a:extLst>
                <a:ext uri="{FF2B5EF4-FFF2-40B4-BE49-F238E27FC236}">
                  <a16:creationId xmlns:a16="http://schemas.microsoft.com/office/drawing/2014/main" id="{77A50DB7-1975-43C4-ADD6-FF704004B290}"/>
                </a:ext>
              </a:extLst>
            </p:cNvPr>
            <p:cNvSpPr/>
            <p:nvPr/>
          </p:nvSpPr>
          <p:spPr>
            <a:xfrm>
              <a:off x="5882232" y="2701671"/>
              <a:ext cx="68916" cy="31575"/>
            </a:xfrm>
            <a:custGeom>
              <a:avLst/>
              <a:gdLst/>
              <a:ahLst/>
              <a:cxnLst/>
              <a:rect l="l" t="t" r="r" b="b"/>
              <a:pathLst>
                <a:path w="2259" h="1035" extrusionOk="0">
                  <a:moveTo>
                    <a:pt x="124" y="899"/>
                  </a:moveTo>
                  <a:cubicBezTo>
                    <a:pt x="131" y="943"/>
                    <a:pt x="142" y="989"/>
                    <a:pt x="157" y="1035"/>
                  </a:cubicBezTo>
                  <a:cubicBezTo>
                    <a:pt x="157" y="1001"/>
                    <a:pt x="157" y="1001"/>
                    <a:pt x="157" y="1001"/>
                  </a:cubicBezTo>
                  <a:cubicBezTo>
                    <a:pt x="144" y="967"/>
                    <a:pt x="133" y="933"/>
                    <a:pt x="124" y="899"/>
                  </a:cubicBezTo>
                  <a:close/>
                  <a:moveTo>
                    <a:pt x="890" y="1"/>
                  </a:moveTo>
                  <a:cubicBezTo>
                    <a:pt x="329" y="1"/>
                    <a:pt x="1" y="409"/>
                    <a:pt x="124" y="899"/>
                  </a:cubicBezTo>
                  <a:lnTo>
                    <a:pt x="124" y="899"/>
                  </a:lnTo>
                  <a:cubicBezTo>
                    <a:pt x="49" y="429"/>
                    <a:pt x="372" y="67"/>
                    <a:pt x="890" y="67"/>
                  </a:cubicBezTo>
                  <a:cubicBezTo>
                    <a:pt x="1491" y="67"/>
                    <a:pt x="2091" y="501"/>
                    <a:pt x="2258" y="1035"/>
                  </a:cubicBezTo>
                  <a:cubicBezTo>
                    <a:pt x="2258" y="1001"/>
                    <a:pt x="2258" y="1001"/>
                    <a:pt x="2258" y="1001"/>
                  </a:cubicBezTo>
                  <a:cubicBezTo>
                    <a:pt x="2091" y="468"/>
                    <a:pt x="1491" y="1"/>
                    <a:pt x="890" y="1"/>
                  </a:cubicBezTo>
                  <a:close/>
                </a:path>
              </a:pathLst>
            </a:custGeom>
            <a:solidFill>
              <a:srgbClr val="45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53;p27">
              <a:extLst>
                <a:ext uri="{FF2B5EF4-FFF2-40B4-BE49-F238E27FC236}">
                  <a16:creationId xmlns:a16="http://schemas.microsoft.com/office/drawing/2014/main" id="{84F4A0AA-C3DD-4EDF-A700-FEE4AC83D6E3}"/>
                </a:ext>
              </a:extLst>
            </p:cNvPr>
            <p:cNvSpPr/>
            <p:nvPr/>
          </p:nvSpPr>
          <p:spPr>
            <a:xfrm>
              <a:off x="7158576" y="2327273"/>
              <a:ext cx="26" cy="52492"/>
            </a:xfrm>
            <a:custGeom>
              <a:avLst/>
              <a:gdLst/>
              <a:ahLst/>
              <a:cxnLst/>
              <a:rect l="l" t="t" r="r" b="b"/>
              <a:pathLst>
                <a:path w="1" h="2002" extrusionOk="0">
                  <a:moveTo>
                    <a:pt x="0" y="2002"/>
                  </a:moveTo>
                  <a:lnTo>
                    <a:pt x="0" y="0"/>
                  </a:lnTo>
                </a:path>
              </a:pathLst>
            </a:custGeom>
            <a:solidFill>
              <a:srgbClr val="1FFF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0;p27">
              <a:extLst>
                <a:ext uri="{FF2B5EF4-FFF2-40B4-BE49-F238E27FC236}">
                  <a16:creationId xmlns:a16="http://schemas.microsoft.com/office/drawing/2014/main" id="{747C154F-7007-44E8-84B2-4719BD82A5A4}"/>
                </a:ext>
              </a:extLst>
            </p:cNvPr>
            <p:cNvSpPr/>
            <p:nvPr/>
          </p:nvSpPr>
          <p:spPr>
            <a:xfrm>
              <a:off x="4992525" y="1047062"/>
              <a:ext cx="2624530" cy="1703569"/>
            </a:xfrm>
            <a:custGeom>
              <a:avLst/>
              <a:gdLst/>
              <a:ahLst/>
              <a:cxnLst/>
              <a:rect l="l" t="t" r="r" b="b"/>
              <a:pathLst>
                <a:path w="86029" h="55841" extrusionOk="0">
                  <a:moveTo>
                    <a:pt x="2102" y="1"/>
                  </a:moveTo>
                  <a:cubicBezTo>
                    <a:pt x="935" y="1"/>
                    <a:pt x="1" y="935"/>
                    <a:pt x="1" y="2102"/>
                  </a:cubicBezTo>
                  <a:lnTo>
                    <a:pt x="1" y="53739"/>
                  </a:lnTo>
                  <a:cubicBezTo>
                    <a:pt x="1" y="54907"/>
                    <a:pt x="935" y="55841"/>
                    <a:pt x="2102" y="55841"/>
                  </a:cubicBezTo>
                  <a:lnTo>
                    <a:pt x="83894" y="55841"/>
                  </a:lnTo>
                  <a:cubicBezTo>
                    <a:pt x="85062" y="55841"/>
                    <a:pt x="86029" y="54907"/>
                    <a:pt x="86029" y="53739"/>
                  </a:cubicBezTo>
                  <a:lnTo>
                    <a:pt x="86029" y="2102"/>
                  </a:lnTo>
                  <a:cubicBezTo>
                    <a:pt x="86029" y="935"/>
                    <a:pt x="85062" y="1"/>
                    <a:pt x="83894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61;p27">
              <a:extLst>
                <a:ext uri="{FF2B5EF4-FFF2-40B4-BE49-F238E27FC236}">
                  <a16:creationId xmlns:a16="http://schemas.microsoft.com/office/drawing/2014/main" id="{0D5FB3EA-A213-4656-97D0-EFE36FA40333}"/>
                </a:ext>
              </a:extLst>
            </p:cNvPr>
            <p:cNvSpPr/>
            <p:nvPr/>
          </p:nvSpPr>
          <p:spPr>
            <a:xfrm>
              <a:off x="4992525" y="1047062"/>
              <a:ext cx="2624530" cy="274812"/>
            </a:xfrm>
            <a:custGeom>
              <a:avLst/>
              <a:gdLst/>
              <a:ahLst/>
              <a:cxnLst/>
              <a:rect l="l" t="t" r="r" b="b"/>
              <a:pathLst>
                <a:path w="86029" h="9008" extrusionOk="0">
                  <a:moveTo>
                    <a:pt x="2436" y="1"/>
                  </a:moveTo>
                  <a:cubicBezTo>
                    <a:pt x="1102" y="1"/>
                    <a:pt x="1" y="1068"/>
                    <a:pt x="1" y="2436"/>
                  </a:cubicBezTo>
                  <a:lnTo>
                    <a:pt x="1" y="9007"/>
                  </a:lnTo>
                  <a:lnTo>
                    <a:pt x="86029" y="9007"/>
                  </a:lnTo>
                  <a:lnTo>
                    <a:pt x="86029" y="2436"/>
                  </a:lnTo>
                  <a:cubicBezTo>
                    <a:pt x="86029" y="1102"/>
                    <a:pt x="84928" y="1"/>
                    <a:pt x="835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62;p27">
              <a:extLst>
                <a:ext uri="{FF2B5EF4-FFF2-40B4-BE49-F238E27FC236}">
                  <a16:creationId xmlns:a16="http://schemas.microsoft.com/office/drawing/2014/main" id="{F73340FA-F335-4120-AB12-5D2FBE805862}"/>
                </a:ext>
              </a:extLst>
            </p:cNvPr>
            <p:cNvSpPr/>
            <p:nvPr/>
          </p:nvSpPr>
          <p:spPr>
            <a:xfrm>
              <a:off x="5098380" y="1404255"/>
              <a:ext cx="2417933" cy="1256817"/>
            </a:xfrm>
            <a:custGeom>
              <a:avLst/>
              <a:gdLst/>
              <a:ahLst/>
              <a:cxnLst/>
              <a:rect l="l" t="t" r="r" b="b"/>
              <a:pathLst>
                <a:path w="79257" h="41197" extrusionOk="0">
                  <a:moveTo>
                    <a:pt x="77522" y="41196"/>
                  </a:moveTo>
                  <a:lnTo>
                    <a:pt x="1735" y="41196"/>
                  </a:lnTo>
                  <a:cubicBezTo>
                    <a:pt x="767" y="41196"/>
                    <a:pt x="0" y="40429"/>
                    <a:pt x="0" y="39462"/>
                  </a:cubicBezTo>
                  <a:lnTo>
                    <a:pt x="0" y="1735"/>
                  </a:lnTo>
                  <a:cubicBezTo>
                    <a:pt x="0" y="768"/>
                    <a:pt x="767" y="0"/>
                    <a:pt x="1735" y="0"/>
                  </a:cubicBezTo>
                  <a:lnTo>
                    <a:pt x="77522" y="0"/>
                  </a:lnTo>
                  <a:cubicBezTo>
                    <a:pt x="78489" y="0"/>
                    <a:pt x="79257" y="768"/>
                    <a:pt x="79257" y="1735"/>
                  </a:cubicBezTo>
                  <a:lnTo>
                    <a:pt x="79257" y="39462"/>
                  </a:lnTo>
                  <a:cubicBezTo>
                    <a:pt x="79257" y="40429"/>
                    <a:pt x="78489" y="41196"/>
                    <a:pt x="77522" y="41196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63;p27">
              <a:extLst>
                <a:ext uri="{FF2B5EF4-FFF2-40B4-BE49-F238E27FC236}">
                  <a16:creationId xmlns:a16="http://schemas.microsoft.com/office/drawing/2014/main" id="{768DE878-239D-45E1-B5C3-B82B5BFB40E4}"/>
                </a:ext>
              </a:extLst>
            </p:cNvPr>
            <p:cNvSpPr/>
            <p:nvPr/>
          </p:nvSpPr>
          <p:spPr>
            <a:xfrm>
              <a:off x="5168574" y="1477530"/>
              <a:ext cx="57019" cy="116020"/>
            </a:xfrm>
            <a:custGeom>
              <a:avLst/>
              <a:gdLst/>
              <a:ahLst/>
              <a:cxnLst/>
              <a:rect l="l" t="t" r="r" b="b"/>
              <a:pathLst>
                <a:path w="1869" h="3803" fill="none" extrusionOk="0">
                  <a:moveTo>
                    <a:pt x="1869" y="0"/>
                  </a:moveTo>
                  <a:lnTo>
                    <a:pt x="1" y="1901"/>
                  </a:lnTo>
                  <a:lnTo>
                    <a:pt x="1869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64;p27">
              <a:extLst>
                <a:ext uri="{FF2B5EF4-FFF2-40B4-BE49-F238E27FC236}">
                  <a16:creationId xmlns:a16="http://schemas.microsoft.com/office/drawing/2014/main" id="{34F3A291-8E5E-4E50-A8E2-B1C15D2B25F4}"/>
                </a:ext>
              </a:extLst>
            </p:cNvPr>
            <p:cNvSpPr/>
            <p:nvPr/>
          </p:nvSpPr>
          <p:spPr>
            <a:xfrm>
              <a:off x="5371072" y="1477530"/>
              <a:ext cx="58056" cy="116020"/>
            </a:xfrm>
            <a:custGeom>
              <a:avLst/>
              <a:gdLst/>
              <a:ahLst/>
              <a:cxnLst/>
              <a:rect l="l" t="t" r="r" b="b"/>
              <a:pathLst>
                <a:path w="1903" h="3803" fill="none" extrusionOk="0">
                  <a:moveTo>
                    <a:pt x="1" y="0"/>
                  </a:moveTo>
                  <a:lnTo>
                    <a:pt x="1902" y="1901"/>
                  </a:lnTo>
                  <a:lnTo>
                    <a:pt x="1" y="3803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65;p27">
              <a:extLst>
                <a:ext uri="{FF2B5EF4-FFF2-40B4-BE49-F238E27FC236}">
                  <a16:creationId xmlns:a16="http://schemas.microsoft.com/office/drawing/2014/main" id="{60B71606-CD60-47F6-AF64-5321DECD89C2}"/>
                </a:ext>
              </a:extLst>
            </p:cNvPr>
            <p:cNvSpPr/>
            <p:nvPr/>
          </p:nvSpPr>
          <p:spPr>
            <a:xfrm>
              <a:off x="5274399" y="1477530"/>
              <a:ext cx="45822" cy="126210"/>
            </a:xfrm>
            <a:custGeom>
              <a:avLst/>
              <a:gdLst/>
              <a:ahLst/>
              <a:cxnLst/>
              <a:rect l="l" t="t" r="r" b="b"/>
              <a:pathLst>
                <a:path w="1502" h="4137" fill="none" extrusionOk="0">
                  <a:moveTo>
                    <a:pt x="1" y="4136"/>
                  </a:moveTo>
                  <a:lnTo>
                    <a:pt x="1502" y="0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6;p27">
              <a:extLst>
                <a:ext uri="{FF2B5EF4-FFF2-40B4-BE49-F238E27FC236}">
                  <a16:creationId xmlns:a16="http://schemas.microsoft.com/office/drawing/2014/main" id="{D36C5810-1AAF-43A2-B3CF-3135920BABED}"/>
                </a:ext>
              </a:extLst>
            </p:cNvPr>
            <p:cNvSpPr/>
            <p:nvPr/>
          </p:nvSpPr>
          <p:spPr>
            <a:xfrm>
              <a:off x="5473847" y="1588419"/>
              <a:ext cx="32613" cy="32613"/>
            </a:xfrm>
            <a:custGeom>
              <a:avLst/>
              <a:gdLst/>
              <a:ahLst/>
              <a:cxnLst/>
              <a:rect l="l" t="t" r="r" b="b"/>
              <a:pathLst>
                <a:path w="1069" h="1069" extrusionOk="0">
                  <a:moveTo>
                    <a:pt x="535" y="1"/>
                  </a:moveTo>
                  <a:cubicBezTo>
                    <a:pt x="234" y="1"/>
                    <a:pt x="1" y="234"/>
                    <a:pt x="1" y="535"/>
                  </a:cubicBezTo>
                  <a:cubicBezTo>
                    <a:pt x="1" y="802"/>
                    <a:pt x="234" y="1068"/>
                    <a:pt x="535" y="1068"/>
                  </a:cubicBezTo>
                  <a:cubicBezTo>
                    <a:pt x="835" y="1068"/>
                    <a:pt x="1068" y="802"/>
                    <a:pt x="1068" y="535"/>
                  </a:cubicBezTo>
                  <a:cubicBezTo>
                    <a:pt x="1068" y="234"/>
                    <a:pt x="835" y="1"/>
                    <a:pt x="535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67;p27">
              <a:extLst>
                <a:ext uri="{FF2B5EF4-FFF2-40B4-BE49-F238E27FC236}">
                  <a16:creationId xmlns:a16="http://schemas.microsoft.com/office/drawing/2014/main" id="{511AC2FE-8A2A-49CB-8F20-054B9E080363}"/>
                </a:ext>
              </a:extLst>
            </p:cNvPr>
            <p:cNvSpPr/>
            <p:nvPr/>
          </p:nvSpPr>
          <p:spPr>
            <a:xfrm>
              <a:off x="5521684" y="1588419"/>
              <a:ext cx="32582" cy="32613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67" y="1"/>
                    <a:pt x="0" y="234"/>
                    <a:pt x="0" y="535"/>
                  </a:cubicBezTo>
                  <a:cubicBezTo>
                    <a:pt x="0" y="802"/>
                    <a:pt x="267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68;p27">
              <a:extLst>
                <a:ext uri="{FF2B5EF4-FFF2-40B4-BE49-F238E27FC236}">
                  <a16:creationId xmlns:a16="http://schemas.microsoft.com/office/drawing/2014/main" id="{04E9689F-D951-404F-9808-BEB2BBEC666A}"/>
                </a:ext>
              </a:extLst>
            </p:cNvPr>
            <p:cNvSpPr/>
            <p:nvPr/>
          </p:nvSpPr>
          <p:spPr>
            <a:xfrm>
              <a:off x="5589864" y="1588419"/>
              <a:ext cx="32582" cy="32613"/>
            </a:xfrm>
            <a:custGeom>
              <a:avLst/>
              <a:gdLst/>
              <a:ahLst/>
              <a:cxnLst/>
              <a:rect l="l" t="t" r="r" b="b"/>
              <a:pathLst>
                <a:path w="1068" h="1069" extrusionOk="0">
                  <a:moveTo>
                    <a:pt x="534" y="1"/>
                  </a:moveTo>
                  <a:cubicBezTo>
                    <a:pt x="234" y="1"/>
                    <a:pt x="0" y="234"/>
                    <a:pt x="0" y="535"/>
                  </a:cubicBezTo>
                  <a:cubicBezTo>
                    <a:pt x="0" y="802"/>
                    <a:pt x="234" y="1068"/>
                    <a:pt x="534" y="1068"/>
                  </a:cubicBezTo>
                  <a:cubicBezTo>
                    <a:pt x="834" y="1068"/>
                    <a:pt x="1068" y="802"/>
                    <a:pt x="1068" y="535"/>
                  </a:cubicBezTo>
                  <a:cubicBezTo>
                    <a:pt x="1068" y="234"/>
                    <a:pt x="834" y="1"/>
                    <a:pt x="534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69;p27">
              <a:extLst>
                <a:ext uri="{FF2B5EF4-FFF2-40B4-BE49-F238E27FC236}">
                  <a16:creationId xmlns:a16="http://schemas.microsoft.com/office/drawing/2014/main" id="{14FDB06D-B307-4776-849B-DAD12F65CAAD}"/>
                </a:ext>
              </a:extLst>
            </p:cNvPr>
            <p:cNvSpPr/>
            <p:nvPr/>
          </p:nvSpPr>
          <p:spPr>
            <a:xfrm>
              <a:off x="5197067" y="1721730"/>
              <a:ext cx="1737158" cy="31"/>
            </a:xfrm>
            <a:custGeom>
              <a:avLst/>
              <a:gdLst/>
              <a:ahLst/>
              <a:cxnLst/>
              <a:rect l="l" t="t" r="r" b="b"/>
              <a:pathLst>
                <a:path w="56942" h="1" fill="none" extrusionOk="0">
                  <a:moveTo>
                    <a:pt x="1" y="1"/>
                  </a:moveTo>
                  <a:lnTo>
                    <a:pt x="56941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70;p27">
              <a:extLst>
                <a:ext uri="{FF2B5EF4-FFF2-40B4-BE49-F238E27FC236}">
                  <a16:creationId xmlns:a16="http://schemas.microsoft.com/office/drawing/2014/main" id="{2A6514DF-3FCF-49D6-BF7C-A79B2DFD0958}"/>
                </a:ext>
              </a:extLst>
            </p:cNvPr>
            <p:cNvSpPr/>
            <p:nvPr/>
          </p:nvSpPr>
          <p:spPr>
            <a:xfrm>
              <a:off x="7038920" y="1721730"/>
              <a:ext cx="134355" cy="31"/>
            </a:xfrm>
            <a:custGeom>
              <a:avLst/>
              <a:gdLst/>
              <a:ahLst/>
              <a:cxnLst/>
              <a:rect l="l" t="t" r="r" b="b"/>
              <a:pathLst>
                <a:path w="4404" h="1" fill="none" extrusionOk="0">
                  <a:moveTo>
                    <a:pt x="0" y="1"/>
                  </a:moveTo>
                  <a:lnTo>
                    <a:pt x="4403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71;p27">
              <a:extLst>
                <a:ext uri="{FF2B5EF4-FFF2-40B4-BE49-F238E27FC236}">
                  <a16:creationId xmlns:a16="http://schemas.microsoft.com/office/drawing/2014/main" id="{D072414E-C21B-47B8-9CB0-EBDC4D1A7266}"/>
                </a:ext>
              </a:extLst>
            </p:cNvPr>
            <p:cNvSpPr/>
            <p:nvPr/>
          </p:nvSpPr>
          <p:spPr>
            <a:xfrm>
              <a:off x="7247520" y="1721730"/>
              <a:ext cx="170995" cy="31"/>
            </a:xfrm>
            <a:custGeom>
              <a:avLst/>
              <a:gdLst/>
              <a:ahLst/>
              <a:cxnLst/>
              <a:rect l="l" t="t" r="r" b="b"/>
              <a:pathLst>
                <a:path w="5605" h="1" fill="none" extrusionOk="0">
                  <a:moveTo>
                    <a:pt x="0" y="1"/>
                  </a:moveTo>
                  <a:lnTo>
                    <a:pt x="5604" y="1"/>
                  </a:lnTo>
                </a:path>
              </a:pathLst>
            </a:custGeom>
            <a:noFill/>
            <a:ln w="20850" cap="rnd" cmpd="sng">
              <a:solidFill>
                <a:srgbClr val="12D77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72;p27">
              <a:extLst>
                <a:ext uri="{FF2B5EF4-FFF2-40B4-BE49-F238E27FC236}">
                  <a16:creationId xmlns:a16="http://schemas.microsoft.com/office/drawing/2014/main" id="{B0958404-6CCC-4830-9BB1-A2D30DB2389C}"/>
                </a:ext>
              </a:extLst>
            </p:cNvPr>
            <p:cNvSpPr/>
            <p:nvPr/>
          </p:nvSpPr>
          <p:spPr>
            <a:xfrm>
              <a:off x="5197067" y="1858091"/>
              <a:ext cx="1086891" cy="31"/>
            </a:xfrm>
            <a:custGeom>
              <a:avLst/>
              <a:gdLst/>
              <a:ahLst/>
              <a:cxnLst/>
              <a:rect l="l" t="t" r="r" b="b"/>
              <a:pathLst>
                <a:path w="35627" h="1" fill="none" extrusionOk="0">
                  <a:moveTo>
                    <a:pt x="1" y="1"/>
                  </a:moveTo>
                  <a:lnTo>
                    <a:pt x="35626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73;p27">
              <a:extLst>
                <a:ext uri="{FF2B5EF4-FFF2-40B4-BE49-F238E27FC236}">
                  <a16:creationId xmlns:a16="http://schemas.microsoft.com/office/drawing/2014/main" id="{6BBD9D5A-920C-40F4-8A9B-98F096FA7844}"/>
                </a:ext>
              </a:extLst>
            </p:cNvPr>
            <p:cNvSpPr/>
            <p:nvPr/>
          </p:nvSpPr>
          <p:spPr>
            <a:xfrm>
              <a:off x="6444635" y="1858091"/>
              <a:ext cx="195431" cy="31"/>
            </a:xfrm>
            <a:custGeom>
              <a:avLst/>
              <a:gdLst/>
              <a:ahLst/>
              <a:cxnLst/>
              <a:rect l="l" t="t" r="r" b="b"/>
              <a:pathLst>
                <a:path w="6406" h="1" fill="none" extrusionOk="0">
                  <a:moveTo>
                    <a:pt x="1" y="1"/>
                  </a:moveTo>
                  <a:lnTo>
                    <a:pt x="6405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574;p27">
              <a:extLst>
                <a:ext uri="{FF2B5EF4-FFF2-40B4-BE49-F238E27FC236}">
                  <a16:creationId xmlns:a16="http://schemas.microsoft.com/office/drawing/2014/main" id="{50318A41-323A-4D1B-AFE5-9AED750FD776}"/>
                </a:ext>
              </a:extLst>
            </p:cNvPr>
            <p:cNvSpPr/>
            <p:nvPr/>
          </p:nvSpPr>
          <p:spPr>
            <a:xfrm>
              <a:off x="6110870" y="1936461"/>
              <a:ext cx="529214" cy="31"/>
            </a:xfrm>
            <a:custGeom>
              <a:avLst/>
              <a:gdLst/>
              <a:ahLst/>
              <a:cxnLst/>
              <a:rect l="l" t="t" r="r" b="b"/>
              <a:pathLst>
                <a:path w="17347" h="1" fill="none" extrusionOk="0">
                  <a:moveTo>
                    <a:pt x="17346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575;p27">
              <a:extLst>
                <a:ext uri="{FF2B5EF4-FFF2-40B4-BE49-F238E27FC236}">
                  <a16:creationId xmlns:a16="http://schemas.microsoft.com/office/drawing/2014/main" id="{BFDF6C0D-9535-4EF9-9091-05BD95D5ACB1}"/>
                </a:ext>
              </a:extLst>
            </p:cNvPr>
            <p:cNvSpPr/>
            <p:nvPr/>
          </p:nvSpPr>
          <p:spPr>
            <a:xfrm>
              <a:off x="5931770" y="1936461"/>
              <a:ext cx="106898" cy="31"/>
            </a:xfrm>
            <a:custGeom>
              <a:avLst/>
              <a:gdLst/>
              <a:ahLst/>
              <a:cxnLst/>
              <a:rect l="l" t="t" r="r" b="b"/>
              <a:pathLst>
                <a:path w="3504" h="1" fill="none" extrusionOk="0">
                  <a:moveTo>
                    <a:pt x="3503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576;p27">
              <a:extLst>
                <a:ext uri="{FF2B5EF4-FFF2-40B4-BE49-F238E27FC236}">
                  <a16:creationId xmlns:a16="http://schemas.microsoft.com/office/drawing/2014/main" id="{78FD79AF-065A-4836-BEBB-172D8746AA85}"/>
                </a:ext>
              </a:extLst>
            </p:cNvPr>
            <p:cNvSpPr/>
            <p:nvPr/>
          </p:nvSpPr>
          <p:spPr>
            <a:xfrm>
              <a:off x="5740468" y="1936461"/>
              <a:ext cx="106868" cy="31"/>
            </a:xfrm>
            <a:custGeom>
              <a:avLst/>
              <a:gdLst/>
              <a:ahLst/>
              <a:cxnLst/>
              <a:rect l="l" t="t" r="r" b="b"/>
              <a:pathLst>
                <a:path w="3503" h="1" fill="none" extrusionOk="0">
                  <a:moveTo>
                    <a:pt x="3503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577;p27">
              <a:extLst>
                <a:ext uri="{FF2B5EF4-FFF2-40B4-BE49-F238E27FC236}">
                  <a16:creationId xmlns:a16="http://schemas.microsoft.com/office/drawing/2014/main" id="{BB0E9563-D6D7-4BCC-A38B-7A8D09884614}"/>
                </a:ext>
              </a:extLst>
            </p:cNvPr>
            <p:cNvSpPr/>
            <p:nvPr/>
          </p:nvSpPr>
          <p:spPr>
            <a:xfrm>
              <a:off x="5550172" y="1936461"/>
              <a:ext cx="105861" cy="31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578;p27">
              <a:extLst>
                <a:ext uri="{FF2B5EF4-FFF2-40B4-BE49-F238E27FC236}">
                  <a16:creationId xmlns:a16="http://schemas.microsoft.com/office/drawing/2014/main" id="{3FD2D1A3-8D3A-435F-B873-32A5AA1D9934}"/>
                </a:ext>
              </a:extLst>
            </p:cNvPr>
            <p:cNvSpPr/>
            <p:nvPr/>
          </p:nvSpPr>
          <p:spPr>
            <a:xfrm>
              <a:off x="5358870" y="1936461"/>
              <a:ext cx="105861" cy="31"/>
            </a:xfrm>
            <a:custGeom>
              <a:avLst/>
              <a:gdLst/>
              <a:ahLst/>
              <a:cxnLst/>
              <a:rect l="l" t="t" r="r" b="b"/>
              <a:pathLst>
                <a:path w="3470" h="1" fill="none" extrusionOk="0">
                  <a:moveTo>
                    <a:pt x="3470" y="0"/>
                  </a:moveTo>
                  <a:lnTo>
                    <a:pt x="0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579;p27">
              <a:extLst>
                <a:ext uri="{FF2B5EF4-FFF2-40B4-BE49-F238E27FC236}">
                  <a16:creationId xmlns:a16="http://schemas.microsoft.com/office/drawing/2014/main" id="{92BE764E-A369-492E-BD11-A79536866247}"/>
                </a:ext>
              </a:extLst>
            </p:cNvPr>
            <p:cNvSpPr/>
            <p:nvPr/>
          </p:nvSpPr>
          <p:spPr>
            <a:xfrm>
              <a:off x="5358870" y="2032097"/>
              <a:ext cx="1647588" cy="31"/>
            </a:xfrm>
            <a:custGeom>
              <a:avLst/>
              <a:gdLst/>
              <a:ahLst/>
              <a:cxnLst/>
              <a:rect l="l" t="t" r="r" b="b"/>
              <a:pathLst>
                <a:path w="54006" h="1" fill="none" extrusionOk="0">
                  <a:moveTo>
                    <a:pt x="54006" y="1"/>
                  </a:moveTo>
                  <a:lnTo>
                    <a:pt x="0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580;p27">
              <a:extLst>
                <a:ext uri="{FF2B5EF4-FFF2-40B4-BE49-F238E27FC236}">
                  <a16:creationId xmlns:a16="http://schemas.microsoft.com/office/drawing/2014/main" id="{74FA759B-9EE6-49A0-89FF-24549431BFA7}"/>
                </a:ext>
              </a:extLst>
            </p:cNvPr>
            <p:cNvSpPr/>
            <p:nvPr/>
          </p:nvSpPr>
          <p:spPr>
            <a:xfrm>
              <a:off x="5197067" y="1936461"/>
              <a:ext cx="38714" cy="31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581;p27">
              <a:extLst>
                <a:ext uri="{FF2B5EF4-FFF2-40B4-BE49-F238E27FC236}">
                  <a16:creationId xmlns:a16="http://schemas.microsoft.com/office/drawing/2014/main" id="{AD27C5C2-BF90-4A3B-95D8-B194C7FE1AF0}"/>
                </a:ext>
              </a:extLst>
            </p:cNvPr>
            <p:cNvSpPr/>
            <p:nvPr/>
          </p:nvSpPr>
          <p:spPr>
            <a:xfrm>
              <a:off x="5197067" y="2032097"/>
              <a:ext cx="38714" cy="31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582;p27">
              <a:extLst>
                <a:ext uri="{FF2B5EF4-FFF2-40B4-BE49-F238E27FC236}">
                  <a16:creationId xmlns:a16="http://schemas.microsoft.com/office/drawing/2014/main" id="{A6F663BF-E628-4A14-A3E9-A98347E526AE}"/>
                </a:ext>
              </a:extLst>
            </p:cNvPr>
            <p:cNvSpPr/>
            <p:nvPr/>
          </p:nvSpPr>
          <p:spPr>
            <a:xfrm>
              <a:off x="5197067" y="2127763"/>
              <a:ext cx="38714" cy="31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0"/>
                  </a:moveTo>
                  <a:lnTo>
                    <a:pt x="1" y="0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583;p27">
              <a:extLst>
                <a:ext uri="{FF2B5EF4-FFF2-40B4-BE49-F238E27FC236}">
                  <a16:creationId xmlns:a16="http://schemas.microsoft.com/office/drawing/2014/main" id="{8B7F5589-6B8E-4ACD-9E81-31CEA3B0320C}"/>
                </a:ext>
              </a:extLst>
            </p:cNvPr>
            <p:cNvSpPr/>
            <p:nvPr/>
          </p:nvSpPr>
          <p:spPr>
            <a:xfrm>
              <a:off x="5197067" y="2223399"/>
              <a:ext cx="38714" cy="31"/>
            </a:xfrm>
            <a:custGeom>
              <a:avLst/>
              <a:gdLst/>
              <a:ahLst/>
              <a:cxnLst/>
              <a:rect l="l" t="t" r="r" b="b"/>
              <a:pathLst>
                <a:path w="1269" h="1" fill="none" extrusionOk="0">
                  <a:moveTo>
                    <a:pt x="1268" y="1"/>
                  </a:moveTo>
                  <a:lnTo>
                    <a:pt x="1" y="1"/>
                  </a:lnTo>
                </a:path>
              </a:pathLst>
            </a:custGeom>
            <a:noFill/>
            <a:ln w="20850" cap="rnd" cmpd="sng">
              <a:solidFill>
                <a:srgbClr val="12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584;p27">
              <a:extLst>
                <a:ext uri="{FF2B5EF4-FFF2-40B4-BE49-F238E27FC236}">
                  <a16:creationId xmlns:a16="http://schemas.microsoft.com/office/drawing/2014/main" id="{B6E5B611-9007-4000-BE15-51B3A12AD4D9}"/>
                </a:ext>
              </a:extLst>
            </p:cNvPr>
            <p:cNvSpPr/>
            <p:nvPr/>
          </p:nvSpPr>
          <p:spPr>
            <a:xfrm>
              <a:off x="7106064" y="2032097"/>
              <a:ext cx="226976" cy="31"/>
            </a:xfrm>
            <a:custGeom>
              <a:avLst/>
              <a:gdLst/>
              <a:ahLst/>
              <a:cxnLst/>
              <a:rect l="l" t="t" r="r" b="b"/>
              <a:pathLst>
                <a:path w="7440" h="1" fill="none" extrusionOk="0">
                  <a:moveTo>
                    <a:pt x="1" y="1"/>
                  </a:moveTo>
                  <a:lnTo>
                    <a:pt x="7439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585;p27">
              <a:extLst>
                <a:ext uri="{FF2B5EF4-FFF2-40B4-BE49-F238E27FC236}">
                  <a16:creationId xmlns:a16="http://schemas.microsoft.com/office/drawing/2014/main" id="{99852E22-798D-4C56-8D1D-1F32DCF1AB9B}"/>
                </a:ext>
              </a:extLst>
            </p:cNvPr>
            <p:cNvSpPr/>
            <p:nvPr/>
          </p:nvSpPr>
          <p:spPr>
            <a:xfrm>
              <a:off x="5354813" y="2127763"/>
              <a:ext cx="455935" cy="31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586;p27">
              <a:extLst>
                <a:ext uri="{FF2B5EF4-FFF2-40B4-BE49-F238E27FC236}">
                  <a16:creationId xmlns:a16="http://schemas.microsoft.com/office/drawing/2014/main" id="{E575C6B7-5E54-492E-ADEA-12DAEAB2A91D}"/>
                </a:ext>
              </a:extLst>
            </p:cNvPr>
            <p:cNvSpPr/>
            <p:nvPr/>
          </p:nvSpPr>
          <p:spPr>
            <a:xfrm>
              <a:off x="5354813" y="2225443"/>
              <a:ext cx="455935" cy="31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587;p27">
              <a:extLst>
                <a:ext uri="{FF2B5EF4-FFF2-40B4-BE49-F238E27FC236}">
                  <a16:creationId xmlns:a16="http://schemas.microsoft.com/office/drawing/2014/main" id="{D3AA5540-BDDC-4DBB-8125-2AE6EBCC684A}"/>
                </a:ext>
              </a:extLst>
            </p:cNvPr>
            <p:cNvSpPr/>
            <p:nvPr/>
          </p:nvSpPr>
          <p:spPr>
            <a:xfrm>
              <a:off x="5354813" y="2324160"/>
              <a:ext cx="455935" cy="31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0"/>
                  </a:moveTo>
                  <a:lnTo>
                    <a:pt x="14944" y="0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588;p27">
              <a:extLst>
                <a:ext uri="{FF2B5EF4-FFF2-40B4-BE49-F238E27FC236}">
                  <a16:creationId xmlns:a16="http://schemas.microsoft.com/office/drawing/2014/main" id="{3B318475-4B18-4EAD-8911-30CEB0DDA89A}"/>
                </a:ext>
              </a:extLst>
            </p:cNvPr>
            <p:cNvSpPr/>
            <p:nvPr/>
          </p:nvSpPr>
          <p:spPr>
            <a:xfrm>
              <a:off x="5354813" y="2421840"/>
              <a:ext cx="455935" cy="31"/>
            </a:xfrm>
            <a:custGeom>
              <a:avLst/>
              <a:gdLst/>
              <a:ahLst/>
              <a:cxnLst/>
              <a:rect l="l" t="t" r="r" b="b"/>
              <a:pathLst>
                <a:path w="14945" h="1" fill="none" extrusionOk="0">
                  <a:moveTo>
                    <a:pt x="0" y="1"/>
                  </a:moveTo>
                  <a:lnTo>
                    <a:pt x="14944" y="1"/>
                  </a:lnTo>
                </a:path>
              </a:pathLst>
            </a:custGeom>
            <a:noFill/>
            <a:ln w="20850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589;p27">
              <a:extLst>
                <a:ext uri="{FF2B5EF4-FFF2-40B4-BE49-F238E27FC236}">
                  <a16:creationId xmlns:a16="http://schemas.microsoft.com/office/drawing/2014/main" id="{367187E8-F34F-4903-A58F-F86C8A231A8E}"/>
                </a:ext>
              </a:extLst>
            </p:cNvPr>
            <p:cNvSpPr/>
            <p:nvPr/>
          </p:nvSpPr>
          <p:spPr>
            <a:xfrm>
              <a:off x="6110870" y="2421840"/>
              <a:ext cx="928130" cy="31"/>
            </a:xfrm>
            <a:custGeom>
              <a:avLst/>
              <a:gdLst/>
              <a:ahLst/>
              <a:cxnLst/>
              <a:rect l="l" t="t" r="r" b="b"/>
              <a:pathLst>
                <a:path w="30423" h="1" fill="none" extrusionOk="0">
                  <a:moveTo>
                    <a:pt x="0" y="1"/>
                  </a:moveTo>
                  <a:lnTo>
                    <a:pt x="30422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590;p27">
              <a:extLst>
                <a:ext uri="{FF2B5EF4-FFF2-40B4-BE49-F238E27FC236}">
                  <a16:creationId xmlns:a16="http://schemas.microsoft.com/office/drawing/2014/main" id="{647CF853-A796-4AD2-93C4-52D24FE66DCF}"/>
                </a:ext>
              </a:extLst>
            </p:cNvPr>
            <p:cNvSpPr/>
            <p:nvPr/>
          </p:nvSpPr>
          <p:spPr>
            <a:xfrm>
              <a:off x="6661380" y="2324160"/>
              <a:ext cx="377591" cy="31"/>
            </a:xfrm>
            <a:custGeom>
              <a:avLst/>
              <a:gdLst/>
              <a:ahLst/>
              <a:cxnLst/>
              <a:rect l="l" t="t" r="r" b="b"/>
              <a:pathLst>
                <a:path w="12377" h="1" fill="none" extrusionOk="0">
                  <a:moveTo>
                    <a:pt x="1" y="0"/>
                  </a:moveTo>
                  <a:lnTo>
                    <a:pt x="12376" y="0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591;p27">
              <a:extLst>
                <a:ext uri="{FF2B5EF4-FFF2-40B4-BE49-F238E27FC236}">
                  <a16:creationId xmlns:a16="http://schemas.microsoft.com/office/drawing/2014/main" id="{C027E217-7AFB-496B-A1F8-94627E0F5636}"/>
                </a:ext>
              </a:extLst>
            </p:cNvPr>
            <p:cNvSpPr/>
            <p:nvPr/>
          </p:nvSpPr>
          <p:spPr>
            <a:xfrm>
              <a:off x="6889319" y="2223399"/>
              <a:ext cx="149639" cy="31"/>
            </a:xfrm>
            <a:custGeom>
              <a:avLst/>
              <a:gdLst/>
              <a:ahLst/>
              <a:cxnLst/>
              <a:rect l="l" t="t" r="r" b="b"/>
              <a:pathLst>
                <a:path w="4905" h="1" fill="none" extrusionOk="0">
                  <a:moveTo>
                    <a:pt x="1" y="1"/>
                  </a:moveTo>
                  <a:lnTo>
                    <a:pt x="4904" y="1"/>
                  </a:lnTo>
                </a:path>
              </a:pathLst>
            </a:custGeom>
            <a:noFill/>
            <a:ln w="208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F5D0E2F-4B6A-4592-B1EE-338D374D17B0}"/>
              </a:ext>
            </a:extLst>
          </p:cNvPr>
          <p:cNvGrpSpPr/>
          <p:nvPr/>
        </p:nvGrpSpPr>
        <p:grpSpPr>
          <a:xfrm>
            <a:off x="6672271" y="832325"/>
            <a:ext cx="2231659" cy="3216715"/>
            <a:chOff x="7147196" y="819716"/>
            <a:chExt cx="1996807" cy="2397933"/>
          </a:xfrm>
        </p:grpSpPr>
        <p:sp>
          <p:nvSpPr>
            <p:cNvPr id="11" name="Google Shape;493;p27">
              <a:extLst>
                <a:ext uri="{FF2B5EF4-FFF2-40B4-BE49-F238E27FC236}">
                  <a16:creationId xmlns:a16="http://schemas.microsoft.com/office/drawing/2014/main" id="{8008BA19-6F04-4456-83ED-F590AB6292FB}"/>
                </a:ext>
              </a:extLst>
            </p:cNvPr>
            <p:cNvSpPr/>
            <p:nvPr/>
          </p:nvSpPr>
          <p:spPr>
            <a:xfrm>
              <a:off x="7147196" y="3061064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5"/>
                  </a:cubicBezTo>
                  <a:lnTo>
                    <a:pt x="1" y="501"/>
                  </a:lnTo>
                  <a:cubicBezTo>
                    <a:pt x="34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5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94;p27">
              <a:extLst>
                <a:ext uri="{FF2B5EF4-FFF2-40B4-BE49-F238E27FC236}">
                  <a16:creationId xmlns:a16="http://schemas.microsoft.com/office/drawing/2014/main" id="{747BDC03-B51A-4B3B-B38B-4515F2830721}"/>
                </a:ext>
              </a:extLst>
            </p:cNvPr>
            <p:cNvSpPr/>
            <p:nvPr/>
          </p:nvSpPr>
          <p:spPr>
            <a:xfrm>
              <a:off x="7147196" y="3204513"/>
              <a:ext cx="126852" cy="13136"/>
            </a:xfrm>
            <a:custGeom>
              <a:avLst/>
              <a:gdLst/>
              <a:ahLst/>
              <a:cxnLst/>
              <a:rect l="l" t="t" r="r" b="b"/>
              <a:pathLst>
                <a:path w="4838" h="501" extrusionOk="0">
                  <a:moveTo>
                    <a:pt x="434" y="1"/>
                  </a:moveTo>
                  <a:cubicBezTo>
                    <a:pt x="201" y="1"/>
                    <a:pt x="1" y="201"/>
                    <a:pt x="1" y="401"/>
                  </a:cubicBezTo>
                  <a:lnTo>
                    <a:pt x="1" y="501"/>
                  </a:lnTo>
                  <a:cubicBezTo>
                    <a:pt x="34" y="267"/>
                    <a:pt x="201" y="67"/>
                    <a:pt x="434" y="67"/>
                  </a:cubicBezTo>
                  <a:lnTo>
                    <a:pt x="4437" y="67"/>
                  </a:lnTo>
                  <a:cubicBezTo>
                    <a:pt x="4671" y="67"/>
                    <a:pt x="4838" y="267"/>
                    <a:pt x="4838" y="501"/>
                  </a:cubicBezTo>
                  <a:lnTo>
                    <a:pt x="4838" y="401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22;p27">
              <a:extLst>
                <a:ext uri="{FF2B5EF4-FFF2-40B4-BE49-F238E27FC236}">
                  <a16:creationId xmlns:a16="http://schemas.microsoft.com/office/drawing/2014/main" id="{9F2BFEAF-B79D-4226-98AC-94642A07CC68}"/>
                </a:ext>
              </a:extLst>
            </p:cNvPr>
            <p:cNvSpPr/>
            <p:nvPr/>
          </p:nvSpPr>
          <p:spPr>
            <a:xfrm>
              <a:off x="7319514" y="3204513"/>
              <a:ext cx="126826" cy="13136"/>
            </a:xfrm>
            <a:custGeom>
              <a:avLst/>
              <a:gdLst/>
              <a:ahLst/>
              <a:cxnLst/>
              <a:rect l="l" t="t" r="r" b="b"/>
              <a:pathLst>
                <a:path w="4837" h="501" extrusionOk="0">
                  <a:moveTo>
                    <a:pt x="434" y="1"/>
                  </a:moveTo>
                  <a:cubicBezTo>
                    <a:pt x="200" y="1"/>
                    <a:pt x="0" y="201"/>
                    <a:pt x="0" y="401"/>
                  </a:cubicBezTo>
                  <a:lnTo>
                    <a:pt x="0" y="501"/>
                  </a:lnTo>
                  <a:cubicBezTo>
                    <a:pt x="0" y="267"/>
                    <a:pt x="200" y="67"/>
                    <a:pt x="434" y="67"/>
                  </a:cubicBezTo>
                  <a:lnTo>
                    <a:pt x="4437" y="67"/>
                  </a:lnTo>
                  <a:cubicBezTo>
                    <a:pt x="4637" y="67"/>
                    <a:pt x="4837" y="267"/>
                    <a:pt x="4837" y="501"/>
                  </a:cubicBezTo>
                  <a:lnTo>
                    <a:pt x="4837" y="401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24;p27">
              <a:extLst>
                <a:ext uri="{FF2B5EF4-FFF2-40B4-BE49-F238E27FC236}">
                  <a16:creationId xmlns:a16="http://schemas.microsoft.com/office/drawing/2014/main" id="{19D5110E-AD61-4D20-9113-40800B691A35}"/>
                </a:ext>
              </a:extLst>
            </p:cNvPr>
            <p:cNvSpPr/>
            <p:nvPr/>
          </p:nvSpPr>
          <p:spPr>
            <a:xfrm>
              <a:off x="7835522" y="2967485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25;p27">
              <a:extLst>
                <a:ext uri="{FF2B5EF4-FFF2-40B4-BE49-F238E27FC236}">
                  <a16:creationId xmlns:a16="http://schemas.microsoft.com/office/drawing/2014/main" id="{F921E59E-199B-4978-BC72-2EA056B31CEC}"/>
                </a:ext>
              </a:extLst>
            </p:cNvPr>
            <p:cNvSpPr/>
            <p:nvPr/>
          </p:nvSpPr>
          <p:spPr>
            <a:xfrm>
              <a:off x="7319514" y="3061064"/>
              <a:ext cx="126826" cy="13162"/>
            </a:xfrm>
            <a:custGeom>
              <a:avLst/>
              <a:gdLst/>
              <a:ahLst/>
              <a:cxnLst/>
              <a:rect l="l" t="t" r="r" b="b"/>
              <a:pathLst>
                <a:path w="4837" h="502" extrusionOk="0">
                  <a:moveTo>
                    <a:pt x="434" y="1"/>
                  </a:moveTo>
                  <a:cubicBezTo>
                    <a:pt x="200" y="1"/>
                    <a:pt x="0" y="201"/>
                    <a:pt x="0" y="435"/>
                  </a:cubicBezTo>
                  <a:lnTo>
                    <a:pt x="0" y="501"/>
                  </a:lnTo>
                  <a:cubicBezTo>
                    <a:pt x="0" y="268"/>
                    <a:pt x="200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5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28;p27">
              <a:extLst>
                <a:ext uri="{FF2B5EF4-FFF2-40B4-BE49-F238E27FC236}">
                  <a16:creationId xmlns:a16="http://schemas.microsoft.com/office/drawing/2014/main" id="{F7C3B054-261A-4A05-8B1D-11769228CAB1}"/>
                </a:ext>
              </a:extLst>
            </p:cNvPr>
            <p:cNvSpPr/>
            <p:nvPr/>
          </p:nvSpPr>
          <p:spPr>
            <a:xfrm>
              <a:off x="7663231" y="2967485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4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4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29;p27">
              <a:extLst>
                <a:ext uri="{FF2B5EF4-FFF2-40B4-BE49-F238E27FC236}">
                  <a16:creationId xmlns:a16="http://schemas.microsoft.com/office/drawing/2014/main" id="{A88F2787-0D8A-4611-8A65-8EF311F019E4}"/>
                </a:ext>
              </a:extLst>
            </p:cNvPr>
            <p:cNvSpPr/>
            <p:nvPr/>
          </p:nvSpPr>
          <p:spPr>
            <a:xfrm>
              <a:off x="7663231" y="3204513"/>
              <a:ext cx="126852" cy="13136"/>
            </a:xfrm>
            <a:custGeom>
              <a:avLst/>
              <a:gdLst/>
              <a:ahLst/>
              <a:cxnLst/>
              <a:rect l="l" t="t" r="r" b="b"/>
              <a:pathLst>
                <a:path w="4838" h="501" extrusionOk="0">
                  <a:moveTo>
                    <a:pt x="434" y="1"/>
                  </a:moveTo>
                  <a:cubicBezTo>
                    <a:pt x="201" y="1"/>
                    <a:pt x="0" y="167"/>
                    <a:pt x="0" y="401"/>
                  </a:cubicBezTo>
                  <a:lnTo>
                    <a:pt x="0" y="501"/>
                  </a:lnTo>
                  <a:cubicBezTo>
                    <a:pt x="0" y="267"/>
                    <a:pt x="201" y="67"/>
                    <a:pt x="434" y="67"/>
                  </a:cubicBezTo>
                  <a:lnTo>
                    <a:pt x="4437" y="67"/>
                  </a:lnTo>
                  <a:cubicBezTo>
                    <a:pt x="4637" y="67"/>
                    <a:pt x="4837" y="267"/>
                    <a:pt x="4837" y="501"/>
                  </a:cubicBezTo>
                  <a:lnTo>
                    <a:pt x="4837" y="401"/>
                  </a:lnTo>
                  <a:cubicBezTo>
                    <a:pt x="4837" y="167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30;p27">
              <a:extLst>
                <a:ext uri="{FF2B5EF4-FFF2-40B4-BE49-F238E27FC236}">
                  <a16:creationId xmlns:a16="http://schemas.microsoft.com/office/drawing/2014/main" id="{37E89BC7-7144-4C8B-904D-DF08217877BB}"/>
                </a:ext>
              </a:extLst>
            </p:cNvPr>
            <p:cNvSpPr/>
            <p:nvPr/>
          </p:nvSpPr>
          <p:spPr>
            <a:xfrm>
              <a:off x="7663231" y="3061064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0" y="201"/>
                    <a:pt x="0" y="435"/>
                  </a:cubicBezTo>
                  <a:lnTo>
                    <a:pt x="0" y="501"/>
                  </a:lnTo>
                  <a:cubicBezTo>
                    <a:pt x="0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5"/>
                  </a:lnTo>
                  <a:cubicBezTo>
                    <a:pt x="4837" y="201"/>
                    <a:pt x="4637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34;p27">
              <a:extLst>
                <a:ext uri="{FF2B5EF4-FFF2-40B4-BE49-F238E27FC236}">
                  <a16:creationId xmlns:a16="http://schemas.microsoft.com/office/drawing/2014/main" id="{D3304778-ECD0-482F-943B-7C65B0FF39D1}"/>
                </a:ext>
              </a:extLst>
            </p:cNvPr>
            <p:cNvSpPr/>
            <p:nvPr/>
          </p:nvSpPr>
          <p:spPr>
            <a:xfrm>
              <a:off x="8006947" y="2967485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34" y="1"/>
                  </a:moveTo>
                  <a:cubicBezTo>
                    <a:pt x="201" y="1"/>
                    <a:pt x="1" y="201"/>
                    <a:pt x="1" y="434"/>
                  </a:cubicBezTo>
                  <a:lnTo>
                    <a:pt x="1" y="501"/>
                  </a:lnTo>
                  <a:cubicBezTo>
                    <a:pt x="1" y="268"/>
                    <a:pt x="201" y="101"/>
                    <a:pt x="434" y="101"/>
                  </a:cubicBezTo>
                  <a:lnTo>
                    <a:pt x="4437" y="101"/>
                  </a:lnTo>
                  <a:cubicBezTo>
                    <a:pt x="4671" y="101"/>
                    <a:pt x="4838" y="268"/>
                    <a:pt x="4838" y="501"/>
                  </a:cubicBezTo>
                  <a:lnTo>
                    <a:pt x="4838" y="434"/>
                  </a:lnTo>
                  <a:cubicBezTo>
                    <a:pt x="4838" y="201"/>
                    <a:pt x="4671" y="1"/>
                    <a:pt x="4437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37;p27">
              <a:extLst>
                <a:ext uri="{FF2B5EF4-FFF2-40B4-BE49-F238E27FC236}">
                  <a16:creationId xmlns:a16="http://schemas.microsoft.com/office/drawing/2014/main" id="{82B31EA4-A8AE-488D-B19C-4D16F667843E}"/>
                </a:ext>
              </a:extLst>
            </p:cNvPr>
            <p:cNvSpPr/>
            <p:nvPr/>
          </p:nvSpPr>
          <p:spPr>
            <a:xfrm>
              <a:off x="7835522" y="3204513"/>
              <a:ext cx="298279" cy="13136"/>
            </a:xfrm>
            <a:custGeom>
              <a:avLst/>
              <a:gdLst/>
              <a:ahLst/>
              <a:cxnLst/>
              <a:rect l="l" t="t" r="r" b="b"/>
              <a:pathLst>
                <a:path w="11376" h="501" extrusionOk="0">
                  <a:moveTo>
                    <a:pt x="401" y="1"/>
                  </a:moveTo>
                  <a:cubicBezTo>
                    <a:pt x="168" y="1"/>
                    <a:pt x="1" y="167"/>
                    <a:pt x="1" y="401"/>
                  </a:cubicBezTo>
                  <a:lnTo>
                    <a:pt x="1" y="501"/>
                  </a:lnTo>
                  <a:cubicBezTo>
                    <a:pt x="1" y="267"/>
                    <a:pt x="168" y="67"/>
                    <a:pt x="401" y="67"/>
                  </a:cubicBezTo>
                  <a:lnTo>
                    <a:pt x="10975" y="67"/>
                  </a:lnTo>
                  <a:cubicBezTo>
                    <a:pt x="11209" y="67"/>
                    <a:pt x="11376" y="267"/>
                    <a:pt x="11376" y="501"/>
                  </a:cubicBezTo>
                  <a:lnTo>
                    <a:pt x="11376" y="401"/>
                  </a:lnTo>
                  <a:cubicBezTo>
                    <a:pt x="11376" y="167"/>
                    <a:pt x="11209" y="1"/>
                    <a:pt x="10975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38;p27">
              <a:extLst>
                <a:ext uri="{FF2B5EF4-FFF2-40B4-BE49-F238E27FC236}">
                  <a16:creationId xmlns:a16="http://schemas.microsoft.com/office/drawing/2014/main" id="{AD78F757-8D4D-4496-A46A-007E4F5C51F7}"/>
                </a:ext>
              </a:extLst>
            </p:cNvPr>
            <p:cNvSpPr/>
            <p:nvPr/>
          </p:nvSpPr>
          <p:spPr>
            <a:xfrm>
              <a:off x="7835522" y="3061064"/>
              <a:ext cx="298279" cy="13162"/>
            </a:xfrm>
            <a:custGeom>
              <a:avLst/>
              <a:gdLst/>
              <a:ahLst/>
              <a:cxnLst/>
              <a:rect l="l" t="t" r="r" b="b"/>
              <a:pathLst>
                <a:path w="11376" h="502" extrusionOk="0">
                  <a:moveTo>
                    <a:pt x="401" y="1"/>
                  </a:moveTo>
                  <a:cubicBezTo>
                    <a:pt x="168" y="1"/>
                    <a:pt x="1" y="201"/>
                    <a:pt x="1" y="435"/>
                  </a:cubicBezTo>
                  <a:lnTo>
                    <a:pt x="1" y="501"/>
                  </a:lnTo>
                  <a:cubicBezTo>
                    <a:pt x="1" y="268"/>
                    <a:pt x="168" y="101"/>
                    <a:pt x="401" y="101"/>
                  </a:cubicBezTo>
                  <a:lnTo>
                    <a:pt x="10975" y="101"/>
                  </a:lnTo>
                  <a:cubicBezTo>
                    <a:pt x="11209" y="101"/>
                    <a:pt x="11376" y="268"/>
                    <a:pt x="11376" y="501"/>
                  </a:cubicBezTo>
                  <a:lnTo>
                    <a:pt x="11376" y="435"/>
                  </a:lnTo>
                  <a:cubicBezTo>
                    <a:pt x="11376" y="201"/>
                    <a:pt x="11209" y="1"/>
                    <a:pt x="10975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44;p27">
              <a:extLst>
                <a:ext uri="{FF2B5EF4-FFF2-40B4-BE49-F238E27FC236}">
                  <a16:creationId xmlns:a16="http://schemas.microsoft.com/office/drawing/2014/main" id="{3DF1527D-EA14-4374-AD4C-4B784AD9A69D}"/>
                </a:ext>
              </a:extLst>
            </p:cNvPr>
            <p:cNvSpPr/>
            <p:nvPr/>
          </p:nvSpPr>
          <p:spPr>
            <a:xfrm>
              <a:off x="7491805" y="3061064"/>
              <a:ext cx="126852" cy="13162"/>
            </a:xfrm>
            <a:custGeom>
              <a:avLst/>
              <a:gdLst/>
              <a:ahLst/>
              <a:cxnLst/>
              <a:rect l="l" t="t" r="r" b="b"/>
              <a:pathLst>
                <a:path w="4838" h="502" extrusionOk="0">
                  <a:moveTo>
                    <a:pt x="401" y="1"/>
                  </a:moveTo>
                  <a:cubicBezTo>
                    <a:pt x="167" y="1"/>
                    <a:pt x="0" y="201"/>
                    <a:pt x="0" y="435"/>
                  </a:cubicBezTo>
                  <a:lnTo>
                    <a:pt x="0" y="501"/>
                  </a:lnTo>
                  <a:cubicBezTo>
                    <a:pt x="0" y="268"/>
                    <a:pt x="167" y="101"/>
                    <a:pt x="401" y="101"/>
                  </a:cubicBezTo>
                  <a:lnTo>
                    <a:pt x="4404" y="101"/>
                  </a:lnTo>
                  <a:cubicBezTo>
                    <a:pt x="4637" y="101"/>
                    <a:pt x="4837" y="268"/>
                    <a:pt x="4837" y="501"/>
                  </a:cubicBezTo>
                  <a:lnTo>
                    <a:pt x="4837" y="435"/>
                  </a:lnTo>
                  <a:cubicBezTo>
                    <a:pt x="4837" y="201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45;p27">
              <a:extLst>
                <a:ext uri="{FF2B5EF4-FFF2-40B4-BE49-F238E27FC236}">
                  <a16:creationId xmlns:a16="http://schemas.microsoft.com/office/drawing/2014/main" id="{AAA076D0-B364-4326-BB79-149F6D1996E0}"/>
                </a:ext>
              </a:extLst>
            </p:cNvPr>
            <p:cNvSpPr/>
            <p:nvPr/>
          </p:nvSpPr>
          <p:spPr>
            <a:xfrm>
              <a:off x="7491805" y="3204513"/>
              <a:ext cx="126852" cy="13136"/>
            </a:xfrm>
            <a:custGeom>
              <a:avLst/>
              <a:gdLst/>
              <a:ahLst/>
              <a:cxnLst/>
              <a:rect l="l" t="t" r="r" b="b"/>
              <a:pathLst>
                <a:path w="4838" h="501" extrusionOk="0">
                  <a:moveTo>
                    <a:pt x="401" y="1"/>
                  </a:moveTo>
                  <a:cubicBezTo>
                    <a:pt x="167" y="1"/>
                    <a:pt x="0" y="167"/>
                    <a:pt x="0" y="401"/>
                  </a:cubicBezTo>
                  <a:lnTo>
                    <a:pt x="0" y="501"/>
                  </a:lnTo>
                  <a:cubicBezTo>
                    <a:pt x="0" y="267"/>
                    <a:pt x="167" y="67"/>
                    <a:pt x="401" y="67"/>
                  </a:cubicBezTo>
                  <a:lnTo>
                    <a:pt x="4404" y="67"/>
                  </a:lnTo>
                  <a:cubicBezTo>
                    <a:pt x="4637" y="67"/>
                    <a:pt x="4837" y="267"/>
                    <a:pt x="4837" y="501"/>
                  </a:cubicBezTo>
                  <a:lnTo>
                    <a:pt x="4837" y="401"/>
                  </a:lnTo>
                  <a:cubicBezTo>
                    <a:pt x="4837" y="167"/>
                    <a:pt x="4637" y="1"/>
                    <a:pt x="4404" y="1"/>
                  </a:cubicBezTo>
                  <a:close/>
                </a:path>
              </a:pathLst>
            </a:custGeom>
            <a:solidFill>
              <a:srgbClr val="0032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46;p27">
              <a:extLst>
                <a:ext uri="{FF2B5EF4-FFF2-40B4-BE49-F238E27FC236}">
                  <a16:creationId xmlns:a16="http://schemas.microsoft.com/office/drawing/2014/main" id="{3AB6A019-181D-4E50-9904-628642B8C61A}"/>
                </a:ext>
              </a:extLst>
            </p:cNvPr>
            <p:cNvSpPr/>
            <p:nvPr/>
          </p:nvSpPr>
          <p:spPr>
            <a:xfrm>
              <a:off x="8162641" y="2772461"/>
              <a:ext cx="111986" cy="114581"/>
            </a:xfrm>
            <a:custGeom>
              <a:avLst/>
              <a:gdLst/>
              <a:ahLst/>
              <a:cxnLst/>
              <a:rect l="l" t="t" r="r" b="b"/>
              <a:pathLst>
                <a:path w="4271" h="4370" extrusionOk="0">
                  <a:moveTo>
                    <a:pt x="2135" y="0"/>
                  </a:moveTo>
                  <a:cubicBezTo>
                    <a:pt x="968" y="0"/>
                    <a:pt x="0" y="967"/>
                    <a:pt x="0" y="2168"/>
                  </a:cubicBezTo>
                  <a:cubicBezTo>
                    <a:pt x="0" y="3403"/>
                    <a:pt x="968" y="4370"/>
                    <a:pt x="2135" y="4370"/>
                  </a:cubicBezTo>
                  <a:cubicBezTo>
                    <a:pt x="3336" y="4370"/>
                    <a:pt x="4270" y="3403"/>
                    <a:pt x="4270" y="2168"/>
                  </a:cubicBezTo>
                  <a:cubicBezTo>
                    <a:pt x="4270" y="967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47;p27">
              <a:extLst>
                <a:ext uri="{FF2B5EF4-FFF2-40B4-BE49-F238E27FC236}">
                  <a16:creationId xmlns:a16="http://schemas.microsoft.com/office/drawing/2014/main" id="{3654A8DB-0944-411F-8D45-54A133733CB6}"/>
                </a:ext>
              </a:extLst>
            </p:cNvPr>
            <p:cNvSpPr/>
            <p:nvPr/>
          </p:nvSpPr>
          <p:spPr>
            <a:xfrm>
              <a:off x="8162641" y="2772461"/>
              <a:ext cx="111986" cy="111959"/>
            </a:xfrm>
            <a:custGeom>
              <a:avLst/>
              <a:gdLst/>
              <a:ahLst/>
              <a:cxnLst/>
              <a:rect l="l" t="t" r="r" b="b"/>
              <a:pathLst>
                <a:path w="4271" h="4270" extrusionOk="0">
                  <a:moveTo>
                    <a:pt x="2135" y="0"/>
                  </a:moveTo>
                  <a:cubicBezTo>
                    <a:pt x="968" y="0"/>
                    <a:pt x="0" y="934"/>
                    <a:pt x="0" y="2135"/>
                  </a:cubicBezTo>
                  <a:cubicBezTo>
                    <a:pt x="0" y="3302"/>
                    <a:pt x="968" y="4270"/>
                    <a:pt x="2135" y="4270"/>
                  </a:cubicBezTo>
                  <a:cubicBezTo>
                    <a:pt x="3336" y="4270"/>
                    <a:pt x="4270" y="3302"/>
                    <a:pt x="4270" y="2135"/>
                  </a:cubicBezTo>
                  <a:cubicBezTo>
                    <a:pt x="4270" y="934"/>
                    <a:pt x="3336" y="0"/>
                    <a:pt x="2135" y="0"/>
                  </a:cubicBezTo>
                  <a:close/>
                </a:path>
              </a:pathLst>
            </a:custGeom>
            <a:solidFill>
              <a:srgbClr val="B6B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48;p27">
              <a:extLst>
                <a:ext uri="{FF2B5EF4-FFF2-40B4-BE49-F238E27FC236}">
                  <a16:creationId xmlns:a16="http://schemas.microsoft.com/office/drawing/2014/main" id="{8CB4BC91-282C-46D4-8DC2-3CF65A3DE0FB}"/>
                </a:ext>
              </a:extLst>
            </p:cNvPr>
            <p:cNvSpPr/>
            <p:nvPr/>
          </p:nvSpPr>
          <p:spPr>
            <a:xfrm>
              <a:off x="8173129" y="2782084"/>
              <a:ext cx="91875" cy="92714"/>
            </a:xfrm>
            <a:custGeom>
              <a:avLst/>
              <a:gdLst/>
              <a:ahLst/>
              <a:cxnLst/>
              <a:rect l="l" t="t" r="r" b="b"/>
              <a:pathLst>
                <a:path w="3504" h="3536" extrusionOk="0">
                  <a:moveTo>
                    <a:pt x="1735" y="0"/>
                  </a:moveTo>
                  <a:cubicBezTo>
                    <a:pt x="768" y="0"/>
                    <a:pt x="1" y="801"/>
                    <a:pt x="1" y="1768"/>
                  </a:cubicBezTo>
                  <a:cubicBezTo>
                    <a:pt x="1" y="2735"/>
                    <a:pt x="768" y="3536"/>
                    <a:pt x="1735" y="3536"/>
                  </a:cubicBezTo>
                  <a:cubicBezTo>
                    <a:pt x="2703" y="3536"/>
                    <a:pt x="3503" y="2735"/>
                    <a:pt x="3503" y="1768"/>
                  </a:cubicBezTo>
                  <a:cubicBezTo>
                    <a:pt x="3503" y="801"/>
                    <a:pt x="2703" y="0"/>
                    <a:pt x="1735" y="0"/>
                  </a:cubicBezTo>
                  <a:close/>
                </a:path>
              </a:pathLst>
            </a:custGeom>
            <a:solidFill>
              <a:srgbClr val="D0D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49;p27">
              <a:extLst>
                <a:ext uri="{FF2B5EF4-FFF2-40B4-BE49-F238E27FC236}">
                  <a16:creationId xmlns:a16="http://schemas.microsoft.com/office/drawing/2014/main" id="{FFFC9E03-6825-4D5C-B050-EE4CC918BB3E}"/>
                </a:ext>
              </a:extLst>
            </p:cNvPr>
            <p:cNvSpPr/>
            <p:nvPr/>
          </p:nvSpPr>
          <p:spPr>
            <a:xfrm>
              <a:off x="8173129" y="2827549"/>
              <a:ext cx="91875" cy="47248"/>
            </a:xfrm>
            <a:custGeom>
              <a:avLst/>
              <a:gdLst/>
              <a:ahLst/>
              <a:cxnLst/>
              <a:rect l="l" t="t" r="r" b="b"/>
              <a:pathLst>
                <a:path w="3504" h="1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1" y="1001"/>
                    <a:pt x="768" y="1802"/>
                    <a:pt x="1735" y="1802"/>
                  </a:cubicBezTo>
                  <a:cubicBezTo>
                    <a:pt x="2703" y="1802"/>
                    <a:pt x="3503" y="1001"/>
                    <a:pt x="3503" y="34"/>
                  </a:cubicBezTo>
                  <a:cubicBezTo>
                    <a:pt x="3503" y="34"/>
                    <a:pt x="3503" y="34"/>
                    <a:pt x="3503" y="1"/>
                  </a:cubicBezTo>
                  <a:cubicBezTo>
                    <a:pt x="3503" y="968"/>
                    <a:pt x="2703" y="1735"/>
                    <a:pt x="1735" y="1735"/>
                  </a:cubicBezTo>
                  <a:cubicBezTo>
                    <a:pt x="768" y="1735"/>
                    <a:pt x="1" y="968"/>
                    <a:pt x="1" y="1"/>
                  </a:cubicBezTo>
                  <a:close/>
                </a:path>
              </a:pathLst>
            </a:custGeom>
            <a:solidFill>
              <a:srgbClr val="E0F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54;p27">
              <a:extLst>
                <a:ext uri="{FF2B5EF4-FFF2-40B4-BE49-F238E27FC236}">
                  <a16:creationId xmlns:a16="http://schemas.microsoft.com/office/drawing/2014/main" id="{75480039-8B11-4E1D-8547-EE7B8F8EA8F3}"/>
                </a:ext>
              </a:extLst>
            </p:cNvPr>
            <p:cNvSpPr/>
            <p:nvPr/>
          </p:nvSpPr>
          <p:spPr>
            <a:xfrm>
              <a:off x="7807545" y="2334545"/>
              <a:ext cx="107607" cy="32408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0" y="268"/>
                    <a:pt x="0" y="601"/>
                  </a:cubicBezTo>
                  <a:cubicBezTo>
                    <a:pt x="0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55;p27">
              <a:extLst>
                <a:ext uri="{FF2B5EF4-FFF2-40B4-BE49-F238E27FC236}">
                  <a16:creationId xmlns:a16="http://schemas.microsoft.com/office/drawing/2014/main" id="{F3A75568-6A3F-48CA-B315-0B02A0B68851}"/>
                </a:ext>
              </a:extLst>
            </p:cNvPr>
            <p:cNvSpPr/>
            <p:nvPr/>
          </p:nvSpPr>
          <p:spPr>
            <a:xfrm>
              <a:off x="7935236" y="2334545"/>
              <a:ext cx="107607" cy="32408"/>
            </a:xfrm>
            <a:custGeom>
              <a:avLst/>
              <a:gdLst/>
              <a:ahLst/>
              <a:cxnLst/>
              <a:rect l="l" t="t" r="r" b="b"/>
              <a:pathLst>
                <a:path w="4104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3470" y="1235"/>
                  </a:lnTo>
                  <a:cubicBezTo>
                    <a:pt x="3803" y="1235"/>
                    <a:pt x="4103" y="968"/>
                    <a:pt x="4103" y="601"/>
                  </a:cubicBezTo>
                  <a:cubicBezTo>
                    <a:pt x="4103" y="268"/>
                    <a:pt x="3803" y="1"/>
                    <a:pt x="3470" y="1"/>
                  </a:cubicBezTo>
                  <a:close/>
                </a:path>
              </a:pathLst>
            </a:custGeom>
            <a:solidFill>
              <a:srgbClr val="FF3E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56;p27">
              <a:extLst>
                <a:ext uri="{FF2B5EF4-FFF2-40B4-BE49-F238E27FC236}">
                  <a16:creationId xmlns:a16="http://schemas.microsoft.com/office/drawing/2014/main" id="{2E0E7EA0-183A-442F-9277-ED9422647CFB}"/>
                </a:ext>
              </a:extLst>
            </p:cNvPr>
            <p:cNvSpPr/>
            <p:nvPr/>
          </p:nvSpPr>
          <p:spPr>
            <a:xfrm>
              <a:off x="7646607" y="2523460"/>
              <a:ext cx="697111" cy="32408"/>
            </a:xfrm>
            <a:custGeom>
              <a:avLst/>
              <a:gdLst/>
              <a:ahLst/>
              <a:cxnLst/>
              <a:rect l="l" t="t" r="r" b="b"/>
              <a:pathLst>
                <a:path w="26587" h="1236" extrusionOk="0">
                  <a:moveTo>
                    <a:pt x="634" y="1"/>
                  </a:moveTo>
                  <a:cubicBezTo>
                    <a:pt x="301" y="1"/>
                    <a:pt x="1" y="268"/>
                    <a:pt x="1" y="601"/>
                  </a:cubicBezTo>
                  <a:cubicBezTo>
                    <a:pt x="1" y="968"/>
                    <a:pt x="301" y="1235"/>
                    <a:pt x="634" y="1235"/>
                  </a:cubicBezTo>
                  <a:lnTo>
                    <a:pt x="25953" y="1235"/>
                  </a:lnTo>
                  <a:cubicBezTo>
                    <a:pt x="26286" y="1235"/>
                    <a:pt x="26586" y="968"/>
                    <a:pt x="26586" y="601"/>
                  </a:cubicBezTo>
                  <a:cubicBezTo>
                    <a:pt x="26586" y="268"/>
                    <a:pt x="26286" y="1"/>
                    <a:pt x="25953" y="1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57;p27">
              <a:extLst>
                <a:ext uri="{FF2B5EF4-FFF2-40B4-BE49-F238E27FC236}">
                  <a16:creationId xmlns:a16="http://schemas.microsoft.com/office/drawing/2014/main" id="{26754C5C-210E-4107-ACA0-9505A61817C4}"/>
                </a:ext>
              </a:extLst>
            </p:cNvPr>
            <p:cNvSpPr/>
            <p:nvPr/>
          </p:nvSpPr>
          <p:spPr>
            <a:xfrm>
              <a:off x="8170507" y="2589954"/>
              <a:ext cx="136475" cy="33247"/>
            </a:xfrm>
            <a:custGeom>
              <a:avLst/>
              <a:gdLst/>
              <a:ahLst/>
              <a:cxnLst/>
              <a:rect l="l" t="t" r="r" b="b"/>
              <a:pathLst>
                <a:path w="5205" h="1268" extrusionOk="0">
                  <a:moveTo>
                    <a:pt x="634" y="0"/>
                  </a:moveTo>
                  <a:cubicBezTo>
                    <a:pt x="267" y="0"/>
                    <a:pt x="1" y="300"/>
                    <a:pt x="1" y="634"/>
                  </a:cubicBezTo>
                  <a:cubicBezTo>
                    <a:pt x="1" y="1001"/>
                    <a:pt x="267" y="1268"/>
                    <a:pt x="634" y="1268"/>
                  </a:cubicBezTo>
                  <a:lnTo>
                    <a:pt x="4571" y="1268"/>
                  </a:lnTo>
                  <a:cubicBezTo>
                    <a:pt x="4937" y="1268"/>
                    <a:pt x="5204" y="1001"/>
                    <a:pt x="5204" y="634"/>
                  </a:cubicBezTo>
                  <a:cubicBezTo>
                    <a:pt x="5204" y="300"/>
                    <a:pt x="4937" y="0"/>
                    <a:pt x="4571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58;p27">
              <a:extLst>
                <a:ext uri="{FF2B5EF4-FFF2-40B4-BE49-F238E27FC236}">
                  <a16:creationId xmlns:a16="http://schemas.microsoft.com/office/drawing/2014/main" id="{DF614D2D-9E5A-4A4B-9A48-DE16844720CE}"/>
                </a:ext>
              </a:extLst>
            </p:cNvPr>
            <p:cNvSpPr/>
            <p:nvPr/>
          </p:nvSpPr>
          <p:spPr>
            <a:xfrm>
              <a:off x="8027084" y="2589954"/>
              <a:ext cx="123339" cy="33247"/>
            </a:xfrm>
            <a:custGeom>
              <a:avLst/>
              <a:gdLst/>
              <a:ahLst/>
              <a:cxnLst/>
              <a:rect l="l" t="t" r="r" b="b"/>
              <a:pathLst>
                <a:path w="4704" h="1268" extrusionOk="0">
                  <a:moveTo>
                    <a:pt x="634" y="0"/>
                  </a:moveTo>
                  <a:cubicBezTo>
                    <a:pt x="300" y="0"/>
                    <a:pt x="0" y="300"/>
                    <a:pt x="0" y="634"/>
                  </a:cubicBezTo>
                  <a:cubicBezTo>
                    <a:pt x="0" y="1001"/>
                    <a:pt x="300" y="1268"/>
                    <a:pt x="634" y="1268"/>
                  </a:cubicBezTo>
                  <a:lnTo>
                    <a:pt x="4070" y="1268"/>
                  </a:lnTo>
                  <a:cubicBezTo>
                    <a:pt x="4437" y="1268"/>
                    <a:pt x="4703" y="1001"/>
                    <a:pt x="4703" y="634"/>
                  </a:cubicBezTo>
                  <a:cubicBezTo>
                    <a:pt x="4703" y="300"/>
                    <a:pt x="4403" y="0"/>
                    <a:pt x="4070" y="0"/>
                  </a:cubicBezTo>
                  <a:close/>
                </a:path>
              </a:pathLst>
            </a:custGeom>
            <a:solidFill>
              <a:srgbClr val="FFC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59;p27">
              <a:extLst>
                <a:ext uri="{FF2B5EF4-FFF2-40B4-BE49-F238E27FC236}">
                  <a16:creationId xmlns:a16="http://schemas.microsoft.com/office/drawing/2014/main" id="{F7CD7571-F5C3-4CF0-99CC-5E9918833E09}"/>
                </a:ext>
              </a:extLst>
            </p:cNvPr>
            <p:cNvSpPr/>
            <p:nvPr/>
          </p:nvSpPr>
          <p:spPr>
            <a:xfrm>
              <a:off x="7916882" y="2122898"/>
              <a:ext cx="649863" cy="545796"/>
            </a:xfrm>
            <a:custGeom>
              <a:avLst/>
              <a:gdLst/>
              <a:ahLst/>
              <a:cxnLst/>
              <a:rect l="l" t="t" r="r" b="b"/>
              <a:pathLst>
                <a:path w="24785" h="20816" extrusionOk="0">
                  <a:moveTo>
                    <a:pt x="20815" y="0"/>
                  </a:moveTo>
                  <a:lnTo>
                    <a:pt x="0" y="20815"/>
                  </a:lnTo>
                  <a:lnTo>
                    <a:pt x="4303" y="20815"/>
                  </a:lnTo>
                  <a:lnTo>
                    <a:pt x="24584" y="534"/>
                  </a:lnTo>
                  <a:lnTo>
                    <a:pt x="24784" y="0"/>
                  </a:lnTo>
                  <a:close/>
                </a:path>
              </a:pathLst>
            </a:custGeom>
            <a:solidFill>
              <a:srgbClr val="E1F1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592;p27">
              <a:extLst>
                <a:ext uri="{FF2B5EF4-FFF2-40B4-BE49-F238E27FC236}">
                  <a16:creationId xmlns:a16="http://schemas.microsoft.com/office/drawing/2014/main" id="{C23082AB-CD47-40CC-84DF-399BFD10CA4B}"/>
                </a:ext>
              </a:extLst>
            </p:cNvPr>
            <p:cNvSpPr/>
            <p:nvPr/>
          </p:nvSpPr>
          <p:spPr>
            <a:xfrm>
              <a:off x="7602007" y="1310369"/>
              <a:ext cx="1114298" cy="1734401"/>
            </a:xfrm>
            <a:custGeom>
              <a:avLst/>
              <a:gdLst/>
              <a:ahLst/>
              <a:cxnLst/>
              <a:rect l="l" t="t" r="r" b="b"/>
              <a:pathLst>
                <a:path w="42498" h="66148" extrusionOk="0">
                  <a:moveTo>
                    <a:pt x="2169" y="1"/>
                  </a:moveTo>
                  <a:cubicBezTo>
                    <a:pt x="968" y="1"/>
                    <a:pt x="0" y="968"/>
                    <a:pt x="0" y="2169"/>
                  </a:cubicBezTo>
                  <a:lnTo>
                    <a:pt x="0" y="63980"/>
                  </a:lnTo>
                  <a:cubicBezTo>
                    <a:pt x="0" y="65181"/>
                    <a:pt x="968" y="66148"/>
                    <a:pt x="2169" y="66148"/>
                  </a:cubicBezTo>
                  <a:lnTo>
                    <a:pt x="40329" y="66148"/>
                  </a:lnTo>
                  <a:cubicBezTo>
                    <a:pt x="41530" y="66148"/>
                    <a:pt x="42497" y="65181"/>
                    <a:pt x="42497" y="63980"/>
                  </a:cubicBezTo>
                  <a:lnTo>
                    <a:pt x="42497" y="2169"/>
                  </a:lnTo>
                  <a:cubicBezTo>
                    <a:pt x="42497" y="968"/>
                    <a:pt x="41530" y="1"/>
                    <a:pt x="403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593;p27">
              <a:extLst>
                <a:ext uri="{FF2B5EF4-FFF2-40B4-BE49-F238E27FC236}">
                  <a16:creationId xmlns:a16="http://schemas.microsoft.com/office/drawing/2014/main" id="{5B83ADBC-F304-43FC-A4A6-990DE938DF10}"/>
                </a:ext>
              </a:extLst>
            </p:cNvPr>
            <p:cNvSpPr/>
            <p:nvPr/>
          </p:nvSpPr>
          <p:spPr>
            <a:xfrm>
              <a:off x="7602007" y="1310369"/>
              <a:ext cx="1114298" cy="157451"/>
            </a:xfrm>
            <a:custGeom>
              <a:avLst/>
              <a:gdLst/>
              <a:ahLst/>
              <a:cxnLst/>
              <a:rect l="l" t="t" r="r" b="b"/>
              <a:pathLst>
                <a:path w="42498" h="6005" extrusionOk="0">
                  <a:moveTo>
                    <a:pt x="1635" y="1"/>
                  </a:moveTo>
                  <a:cubicBezTo>
                    <a:pt x="734" y="1"/>
                    <a:pt x="0" y="734"/>
                    <a:pt x="0" y="1635"/>
                  </a:cubicBezTo>
                  <a:lnTo>
                    <a:pt x="0" y="6005"/>
                  </a:lnTo>
                  <a:lnTo>
                    <a:pt x="42497" y="6005"/>
                  </a:lnTo>
                  <a:lnTo>
                    <a:pt x="42497" y="1635"/>
                  </a:lnTo>
                  <a:cubicBezTo>
                    <a:pt x="42497" y="734"/>
                    <a:pt x="41764" y="1"/>
                    <a:pt x="408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594;p27">
              <a:extLst>
                <a:ext uri="{FF2B5EF4-FFF2-40B4-BE49-F238E27FC236}">
                  <a16:creationId xmlns:a16="http://schemas.microsoft.com/office/drawing/2014/main" id="{AE9BE707-2096-4172-B932-85A945B1631E}"/>
                </a:ext>
              </a:extLst>
            </p:cNvPr>
            <p:cNvSpPr/>
            <p:nvPr/>
          </p:nvSpPr>
          <p:spPr>
            <a:xfrm>
              <a:off x="7662365" y="1515042"/>
              <a:ext cx="996203" cy="1478126"/>
            </a:xfrm>
            <a:custGeom>
              <a:avLst/>
              <a:gdLst/>
              <a:ahLst/>
              <a:cxnLst/>
              <a:rect l="l" t="t" r="r" b="b"/>
              <a:pathLst>
                <a:path w="37994" h="56374" extrusionOk="0">
                  <a:moveTo>
                    <a:pt x="36259" y="56374"/>
                  </a:moveTo>
                  <a:lnTo>
                    <a:pt x="1768" y="56374"/>
                  </a:lnTo>
                  <a:cubicBezTo>
                    <a:pt x="801" y="56374"/>
                    <a:pt x="0" y="55607"/>
                    <a:pt x="0" y="54639"/>
                  </a:cubicBezTo>
                  <a:lnTo>
                    <a:pt x="0" y="1735"/>
                  </a:lnTo>
                  <a:cubicBezTo>
                    <a:pt x="0" y="767"/>
                    <a:pt x="801" y="0"/>
                    <a:pt x="1768" y="0"/>
                  </a:cubicBezTo>
                  <a:lnTo>
                    <a:pt x="36259" y="0"/>
                  </a:lnTo>
                  <a:cubicBezTo>
                    <a:pt x="37227" y="0"/>
                    <a:pt x="37994" y="767"/>
                    <a:pt x="37994" y="1735"/>
                  </a:cubicBezTo>
                  <a:lnTo>
                    <a:pt x="37994" y="54639"/>
                  </a:lnTo>
                  <a:cubicBezTo>
                    <a:pt x="37994" y="55607"/>
                    <a:pt x="37227" y="56374"/>
                    <a:pt x="36259" y="56374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595;p27">
              <a:extLst>
                <a:ext uri="{FF2B5EF4-FFF2-40B4-BE49-F238E27FC236}">
                  <a16:creationId xmlns:a16="http://schemas.microsoft.com/office/drawing/2014/main" id="{97D9273E-D0E2-436A-9ACD-3BF9A52E7BDE}"/>
                </a:ext>
              </a:extLst>
            </p:cNvPr>
            <p:cNvSpPr/>
            <p:nvPr/>
          </p:nvSpPr>
          <p:spPr>
            <a:xfrm>
              <a:off x="7905503" y="1362835"/>
              <a:ext cx="53384" cy="27164"/>
            </a:xfrm>
            <a:custGeom>
              <a:avLst/>
              <a:gdLst/>
              <a:ahLst/>
              <a:cxnLst/>
              <a:rect l="l" t="t" r="r" b="b"/>
              <a:pathLst>
                <a:path w="2036" h="1036" extrusionOk="0">
                  <a:moveTo>
                    <a:pt x="1001" y="1"/>
                  </a:moveTo>
                  <a:cubicBezTo>
                    <a:pt x="434" y="1"/>
                    <a:pt x="0" y="435"/>
                    <a:pt x="0" y="1002"/>
                  </a:cubicBezTo>
                  <a:lnTo>
                    <a:pt x="0" y="1035"/>
                  </a:lnTo>
                  <a:cubicBezTo>
                    <a:pt x="0" y="468"/>
                    <a:pt x="434" y="1"/>
                    <a:pt x="1001" y="1"/>
                  </a:cubicBezTo>
                  <a:close/>
                  <a:moveTo>
                    <a:pt x="1001" y="1"/>
                  </a:moveTo>
                  <a:cubicBezTo>
                    <a:pt x="1568" y="1"/>
                    <a:pt x="2035" y="468"/>
                    <a:pt x="2035" y="1035"/>
                  </a:cubicBezTo>
                  <a:lnTo>
                    <a:pt x="2035" y="1002"/>
                  </a:lnTo>
                  <a:cubicBezTo>
                    <a:pt x="2035" y="435"/>
                    <a:pt x="1568" y="1"/>
                    <a:pt x="1001" y="1"/>
                  </a:cubicBezTo>
                  <a:close/>
                </a:path>
              </a:pathLst>
            </a:custGeom>
            <a:solidFill>
              <a:srgbClr val="84FA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596;p27">
              <a:extLst>
                <a:ext uri="{FF2B5EF4-FFF2-40B4-BE49-F238E27FC236}">
                  <a16:creationId xmlns:a16="http://schemas.microsoft.com/office/drawing/2014/main" id="{94BA7946-6504-4599-8899-C3DBCC19C8F8}"/>
                </a:ext>
              </a:extLst>
            </p:cNvPr>
            <p:cNvSpPr/>
            <p:nvPr/>
          </p:nvSpPr>
          <p:spPr>
            <a:xfrm>
              <a:off x="7710453" y="1688198"/>
              <a:ext cx="707599" cy="16650"/>
            </a:xfrm>
            <a:custGeom>
              <a:avLst/>
              <a:gdLst/>
              <a:ahLst/>
              <a:cxnLst/>
              <a:rect l="l" t="t" r="r" b="b"/>
              <a:pathLst>
                <a:path w="2698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26686" y="635"/>
                  </a:lnTo>
                  <a:cubicBezTo>
                    <a:pt x="26853" y="635"/>
                    <a:pt x="26987" y="501"/>
                    <a:pt x="26987" y="301"/>
                  </a:cubicBezTo>
                  <a:cubicBezTo>
                    <a:pt x="26987" y="134"/>
                    <a:pt x="26853" y="1"/>
                    <a:pt x="2668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597;p27">
              <a:extLst>
                <a:ext uri="{FF2B5EF4-FFF2-40B4-BE49-F238E27FC236}">
                  <a16:creationId xmlns:a16="http://schemas.microsoft.com/office/drawing/2014/main" id="{2DB48EBA-2D95-4588-A0D6-B0BE635BD2E4}"/>
                </a:ext>
              </a:extLst>
            </p:cNvPr>
            <p:cNvSpPr/>
            <p:nvPr/>
          </p:nvSpPr>
          <p:spPr>
            <a:xfrm>
              <a:off x="8461758" y="1688198"/>
              <a:ext cx="68251" cy="16650"/>
            </a:xfrm>
            <a:custGeom>
              <a:avLst/>
              <a:gdLst/>
              <a:ahLst/>
              <a:cxnLst/>
              <a:rect l="l" t="t" r="r" b="b"/>
              <a:pathLst>
                <a:path w="2603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5"/>
                    <a:pt x="301" y="635"/>
                  </a:cubicBezTo>
                  <a:lnTo>
                    <a:pt x="2269" y="635"/>
                  </a:lnTo>
                  <a:cubicBezTo>
                    <a:pt x="2436" y="635"/>
                    <a:pt x="2602" y="501"/>
                    <a:pt x="2602" y="301"/>
                  </a:cubicBezTo>
                  <a:cubicBezTo>
                    <a:pt x="2602" y="134"/>
                    <a:pt x="2436" y="1"/>
                    <a:pt x="2269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598;p27">
              <a:extLst>
                <a:ext uri="{FF2B5EF4-FFF2-40B4-BE49-F238E27FC236}">
                  <a16:creationId xmlns:a16="http://schemas.microsoft.com/office/drawing/2014/main" id="{52D3510B-8F2C-4F8A-A398-CB99204E31E6}"/>
                </a:ext>
              </a:extLst>
            </p:cNvPr>
            <p:cNvSpPr/>
            <p:nvPr/>
          </p:nvSpPr>
          <p:spPr>
            <a:xfrm>
              <a:off x="8556228" y="1688198"/>
              <a:ext cx="55114" cy="16650"/>
            </a:xfrm>
            <a:custGeom>
              <a:avLst/>
              <a:gdLst/>
              <a:ahLst/>
              <a:cxnLst/>
              <a:rect l="l" t="t" r="r" b="b"/>
              <a:pathLst>
                <a:path w="2102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5"/>
                    <a:pt x="300" y="635"/>
                  </a:cubicBezTo>
                  <a:lnTo>
                    <a:pt x="1768" y="635"/>
                  </a:lnTo>
                  <a:cubicBezTo>
                    <a:pt x="1968" y="635"/>
                    <a:pt x="2102" y="501"/>
                    <a:pt x="2102" y="301"/>
                  </a:cubicBezTo>
                  <a:cubicBezTo>
                    <a:pt x="2102" y="134"/>
                    <a:pt x="1968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599;p27">
              <a:extLst>
                <a:ext uri="{FF2B5EF4-FFF2-40B4-BE49-F238E27FC236}">
                  <a16:creationId xmlns:a16="http://schemas.microsoft.com/office/drawing/2014/main" id="{B8CA717E-79FE-43BC-826D-F573D73E7D05}"/>
                </a:ext>
              </a:extLst>
            </p:cNvPr>
            <p:cNvSpPr/>
            <p:nvPr/>
          </p:nvSpPr>
          <p:spPr>
            <a:xfrm>
              <a:off x="7710453" y="1766045"/>
              <a:ext cx="404994" cy="16650"/>
            </a:xfrm>
            <a:custGeom>
              <a:avLst/>
              <a:gdLst/>
              <a:ahLst/>
              <a:cxnLst/>
              <a:rect l="l" t="t" r="r" b="b"/>
              <a:pathLst>
                <a:path w="15446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5112" y="634"/>
                  </a:lnTo>
                  <a:cubicBezTo>
                    <a:pt x="15312" y="634"/>
                    <a:pt x="15445" y="501"/>
                    <a:pt x="15445" y="334"/>
                  </a:cubicBezTo>
                  <a:cubicBezTo>
                    <a:pt x="15445" y="134"/>
                    <a:pt x="15312" y="1"/>
                    <a:pt x="15112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00;p27">
              <a:extLst>
                <a:ext uri="{FF2B5EF4-FFF2-40B4-BE49-F238E27FC236}">
                  <a16:creationId xmlns:a16="http://schemas.microsoft.com/office/drawing/2014/main" id="{76AFA4FF-D3E5-46B0-9A15-868B4D5123F2}"/>
                </a:ext>
              </a:extLst>
            </p:cNvPr>
            <p:cNvSpPr/>
            <p:nvPr/>
          </p:nvSpPr>
          <p:spPr>
            <a:xfrm>
              <a:off x="8122394" y="1766045"/>
              <a:ext cx="127744" cy="16650"/>
            </a:xfrm>
            <a:custGeom>
              <a:avLst/>
              <a:gdLst/>
              <a:ahLst/>
              <a:cxnLst/>
              <a:rect l="l" t="t" r="r" b="b"/>
              <a:pathLst>
                <a:path w="4872" h="635" extrusionOk="0">
                  <a:moveTo>
                    <a:pt x="301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4571" y="634"/>
                  </a:lnTo>
                  <a:cubicBezTo>
                    <a:pt x="4738" y="634"/>
                    <a:pt x="4871" y="501"/>
                    <a:pt x="4871" y="334"/>
                  </a:cubicBezTo>
                  <a:cubicBezTo>
                    <a:pt x="4871" y="134"/>
                    <a:pt x="4738" y="1"/>
                    <a:pt x="4571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01;p27">
              <a:extLst>
                <a:ext uri="{FF2B5EF4-FFF2-40B4-BE49-F238E27FC236}">
                  <a16:creationId xmlns:a16="http://schemas.microsoft.com/office/drawing/2014/main" id="{2E6FF2E1-5D44-4384-A0E6-567E519B7521}"/>
                </a:ext>
              </a:extLst>
            </p:cNvPr>
            <p:cNvSpPr/>
            <p:nvPr/>
          </p:nvSpPr>
          <p:spPr>
            <a:xfrm>
              <a:off x="8164398" y="1810645"/>
              <a:ext cx="85739" cy="17515"/>
            </a:xfrm>
            <a:custGeom>
              <a:avLst/>
              <a:gdLst/>
              <a:ahLst/>
              <a:cxnLst/>
              <a:rect l="l" t="t" r="r" b="b"/>
              <a:pathLst>
                <a:path w="3270" h="668" extrusionOk="0">
                  <a:moveTo>
                    <a:pt x="334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34" y="668"/>
                  </a:cubicBezTo>
                  <a:lnTo>
                    <a:pt x="2969" y="668"/>
                  </a:lnTo>
                  <a:cubicBezTo>
                    <a:pt x="3136" y="668"/>
                    <a:pt x="3269" y="501"/>
                    <a:pt x="3269" y="334"/>
                  </a:cubicBezTo>
                  <a:cubicBezTo>
                    <a:pt x="3269" y="168"/>
                    <a:pt x="3136" y="1"/>
                    <a:pt x="296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602;p27">
              <a:extLst>
                <a:ext uri="{FF2B5EF4-FFF2-40B4-BE49-F238E27FC236}">
                  <a16:creationId xmlns:a16="http://schemas.microsoft.com/office/drawing/2014/main" id="{1352B805-4F29-4ED0-B23A-16A631B6C4F2}"/>
                </a:ext>
              </a:extLst>
            </p:cNvPr>
            <p:cNvSpPr/>
            <p:nvPr/>
          </p:nvSpPr>
          <p:spPr>
            <a:xfrm>
              <a:off x="8122394" y="1810645"/>
              <a:ext cx="25407" cy="17515"/>
            </a:xfrm>
            <a:custGeom>
              <a:avLst/>
              <a:gdLst/>
              <a:ahLst/>
              <a:cxnLst/>
              <a:rect l="l" t="t" r="r" b="b"/>
              <a:pathLst>
                <a:path w="969" h="668" extrusionOk="0">
                  <a:moveTo>
                    <a:pt x="335" y="1"/>
                  </a:moveTo>
                  <a:cubicBezTo>
                    <a:pt x="168" y="1"/>
                    <a:pt x="1" y="168"/>
                    <a:pt x="1" y="334"/>
                  </a:cubicBezTo>
                  <a:cubicBezTo>
                    <a:pt x="1" y="535"/>
                    <a:pt x="168" y="668"/>
                    <a:pt x="335" y="668"/>
                  </a:cubicBezTo>
                  <a:lnTo>
                    <a:pt x="635" y="668"/>
                  </a:lnTo>
                  <a:cubicBezTo>
                    <a:pt x="802" y="668"/>
                    <a:pt x="968" y="501"/>
                    <a:pt x="968" y="334"/>
                  </a:cubicBezTo>
                  <a:cubicBezTo>
                    <a:pt x="968" y="168"/>
                    <a:pt x="835" y="1"/>
                    <a:pt x="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603;p27">
              <a:extLst>
                <a:ext uri="{FF2B5EF4-FFF2-40B4-BE49-F238E27FC236}">
                  <a16:creationId xmlns:a16="http://schemas.microsoft.com/office/drawing/2014/main" id="{CB4497EA-A9CD-4443-BA79-201DE05C8E0A}"/>
                </a:ext>
              </a:extLst>
            </p:cNvPr>
            <p:cNvSpPr/>
            <p:nvPr/>
          </p:nvSpPr>
          <p:spPr>
            <a:xfrm>
              <a:off x="8021814" y="1810645"/>
              <a:ext cx="77008" cy="17515"/>
            </a:xfrm>
            <a:custGeom>
              <a:avLst/>
              <a:gdLst/>
              <a:ahLst/>
              <a:cxnLst/>
              <a:rect l="l" t="t" r="r" b="b"/>
              <a:pathLst>
                <a:path w="2937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36" y="501"/>
                    <a:pt x="2936" y="334"/>
                  </a:cubicBezTo>
                  <a:cubicBezTo>
                    <a:pt x="2936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604;p27">
              <a:extLst>
                <a:ext uri="{FF2B5EF4-FFF2-40B4-BE49-F238E27FC236}">
                  <a16:creationId xmlns:a16="http://schemas.microsoft.com/office/drawing/2014/main" id="{FAF3FDB7-B946-4AE6-AC1D-CB5F3E575F41}"/>
                </a:ext>
              </a:extLst>
            </p:cNvPr>
            <p:cNvSpPr/>
            <p:nvPr/>
          </p:nvSpPr>
          <p:spPr>
            <a:xfrm>
              <a:off x="7912503" y="1810645"/>
              <a:ext cx="77873" cy="17515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0" y="1"/>
                  </a:moveTo>
                  <a:cubicBezTo>
                    <a:pt x="134" y="1"/>
                    <a:pt x="0" y="168"/>
                    <a:pt x="0" y="334"/>
                  </a:cubicBezTo>
                  <a:cubicBezTo>
                    <a:pt x="0" y="535"/>
                    <a:pt x="134" y="668"/>
                    <a:pt x="300" y="668"/>
                  </a:cubicBezTo>
                  <a:lnTo>
                    <a:pt x="2635" y="668"/>
                  </a:lnTo>
                  <a:cubicBezTo>
                    <a:pt x="2802" y="668"/>
                    <a:pt x="2969" y="501"/>
                    <a:pt x="2936" y="334"/>
                  </a:cubicBezTo>
                  <a:cubicBezTo>
                    <a:pt x="2936" y="168"/>
                    <a:pt x="2802" y="1"/>
                    <a:pt x="2635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05;p27">
              <a:extLst>
                <a:ext uri="{FF2B5EF4-FFF2-40B4-BE49-F238E27FC236}">
                  <a16:creationId xmlns:a16="http://schemas.microsoft.com/office/drawing/2014/main" id="{3D4A704E-DC5E-4BDB-B256-940FAC07E5B8}"/>
                </a:ext>
              </a:extLst>
            </p:cNvPr>
            <p:cNvSpPr/>
            <p:nvPr/>
          </p:nvSpPr>
          <p:spPr>
            <a:xfrm>
              <a:off x="7803166" y="1810645"/>
              <a:ext cx="77873" cy="17515"/>
            </a:xfrm>
            <a:custGeom>
              <a:avLst/>
              <a:gdLst/>
              <a:ahLst/>
              <a:cxnLst/>
              <a:rect l="l" t="t" r="r" b="b"/>
              <a:pathLst>
                <a:path w="2970" h="668" extrusionOk="0">
                  <a:moveTo>
                    <a:pt x="301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01" y="668"/>
                  </a:cubicBezTo>
                  <a:lnTo>
                    <a:pt x="2636" y="668"/>
                  </a:lnTo>
                  <a:cubicBezTo>
                    <a:pt x="2803" y="668"/>
                    <a:pt x="2969" y="501"/>
                    <a:pt x="2969" y="334"/>
                  </a:cubicBezTo>
                  <a:cubicBezTo>
                    <a:pt x="2969" y="168"/>
                    <a:pt x="2803" y="1"/>
                    <a:pt x="2636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06;p27">
              <a:extLst>
                <a:ext uri="{FF2B5EF4-FFF2-40B4-BE49-F238E27FC236}">
                  <a16:creationId xmlns:a16="http://schemas.microsoft.com/office/drawing/2014/main" id="{BD973D12-5F5A-476C-9DCE-3C8C01EB76B2}"/>
                </a:ext>
              </a:extLst>
            </p:cNvPr>
            <p:cNvSpPr/>
            <p:nvPr/>
          </p:nvSpPr>
          <p:spPr>
            <a:xfrm>
              <a:off x="7803166" y="1865759"/>
              <a:ext cx="656863" cy="16650"/>
            </a:xfrm>
            <a:custGeom>
              <a:avLst/>
              <a:gdLst/>
              <a:ahLst/>
              <a:cxnLst/>
              <a:rect l="l" t="t" r="r" b="b"/>
              <a:pathLst>
                <a:path w="25052" h="635" extrusionOk="0">
                  <a:moveTo>
                    <a:pt x="301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01" y="634"/>
                  </a:cubicBezTo>
                  <a:lnTo>
                    <a:pt x="24718" y="634"/>
                  </a:lnTo>
                  <a:cubicBezTo>
                    <a:pt x="24885" y="634"/>
                    <a:pt x="25052" y="501"/>
                    <a:pt x="25018" y="334"/>
                  </a:cubicBezTo>
                  <a:cubicBezTo>
                    <a:pt x="25018" y="134"/>
                    <a:pt x="24885" y="0"/>
                    <a:pt x="24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07;p27">
              <a:extLst>
                <a:ext uri="{FF2B5EF4-FFF2-40B4-BE49-F238E27FC236}">
                  <a16:creationId xmlns:a16="http://schemas.microsoft.com/office/drawing/2014/main" id="{E52B2087-B735-485D-8C82-839EF969FF39}"/>
                </a:ext>
              </a:extLst>
            </p:cNvPr>
            <p:cNvSpPr/>
            <p:nvPr/>
          </p:nvSpPr>
          <p:spPr>
            <a:xfrm>
              <a:off x="7710453" y="1810645"/>
              <a:ext cx="39382" cy="17515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8"/>
                    <a:pt x="1" y="334"/>
                  </a:cubicBezTo>
                  <a:cubicBezTo>
                    <a:pt x="1" y="535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8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08;p27">
              <a:extLst>
                <a:ext uri="{FF2B5EF4-FFF2-40B4-BE49-F238E27FC236}">
                  <a16:creationId xmlns:a16="http://schemas.microsoft.com/office/drawing/2014/main" id="{697A7A5D-1F1E-4A35-A811-528103040A57}"/>
                </a:ext>
              </a:extLst>
            </p:cNvPr>
            <p:cNvSpPr/>
            <p:nvPr/>
          </p:nvSpPr>
          <p:spPr>
            <a:xfrm>
              <a:off x="7710453" y="1865759"/>
              <a:ext cx="39382" cy="16650"/>
            </a:xfrm>
            <a:custGeom>
              <a:avLst/>
              <a:gdLst/>
              <a:ahLst/>
              <a:cxnLst/>
              <a:rect l="l" t="t" r="r" b="b"/>
              <a:pathLst>
                <a:path w="1502" h="635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1"/>
                    <a:pt x="1468" y="334"/>
                  </a:cubicBezTo>
                  <a:cubicBezTo>
                    <a:pt x="1468" y="134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609;p27">
              <a:extLst>
                <a:ext uri="{FF2B5EF4-FFF2-40B4-BE49-F238E27FC236}">
                  <a16:creationId xmlns:a16="http://schemas.microsoft.com/office/drawing/2014/main" id="{F61A3BF8-F532-4F40-B9D4-1B09DC853BF9}"/>
                </a:ext>
              </a:extLst>
            </p:cNvPr>
            <p:cNvSpPr/>
            <p:nvPr/>
          </p:nvSpPr>
          <p:spPr>
            <a:xfrm>
              <a:off x="7710453" y="1919982"/>
              <a:ext cx="39382" cy="17515"/>
            </a:xfrm>
            <a:custGeom>
              <a:avLst/>
              <a:gdLst/>
              <a:ahLst/>
              <a:cxnLst/>
              <a:rect l="l" t="t" r="r" b="b"/>
              <a:pathLst>
                <a:path w="1502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168" y="668"/>
                  </a:lnTo>
                  <a:cubicBezTo>
                    <a:pt x="1335" y="668"/>
                    <a:pt x="1502" y="501"/>
                    <a:pt x="1468" y="334"/>
                  </a:cubicBezTo>
                  <a:cubicBezTo>
                    <a:pt x="1468" y="167"/>
                    <a:pt x="1335" y="1"/>
                    <a:pt x="1168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10;p27">
              <a:extLst>
                <a:ext uri="{FF2B5EF4-FFF2-40B4-BE49-F238E27FC236}">
                  <a16:creationId xmlns:a16="http://schemas.microsoft.com/office/drawing/2014/main" id="{EF3A21C0-97CE-4C5E-B280-A5359EBDBDD2}"/>
                </a:ext>
              </a:extLst>
            </p:cNvPr>
            <p:cNvSpPr/>
            <p:nvPr/>
          </p:nvSpPr>
          <p:spPr>
            <a:xfrm>
              <a:off x="7710453" y="1975097"/>
              <a:ext cx="39382" cy="16623"/>
            </a:xfrm>
            <a:custGeom>
              <a:avLst/>
              <a:gdLst/>
              <a:ahLst/>
              <a:cxnLst/>
              <a:rect l="l" t="t" r="r" b="b"/>
              <a:pathLst>
                <a:path w="1502" h="634" extrusionOk="0">
                  <a:moveTo>
                    <a:pt x="334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34" y="634"/>
                  </a:cubicBezTo>
                  <a:lnTo>
                    <a:pt x="1168" y="634"/>
                  </a:lnTo>
                  <a:cubicBezTo>
                    <a:pt x="1335" y="634"/>
                    <a:pt x="1502" y="500"/>
                    <a:pt x="1468" y="300"/>
                  </a:cubicBezTo>
                  <a:cubicBezTo>
                    <a:pt x="1468" y="133"/>
                    <a:pt x="1335" y="0"/>
                    <a:pt x="11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11;p27">
              <a:extLst>
                <a:ext uri="{FF2B5EF4-FFF2-40B4-BE49-F238E27FC236}">
                  <a16:creationId xmlns:a16="http://schemas.microsoft.com/office/drawing/2014/main" id="{42D5F65D-4FD1-4BB0-B1DA-B3D52104E556}"/>
                </a:ext>
              </a:extLst>
            </p:cNvPr>
            <p:cNvSpPr/>
            <p:nvPr/>
          </p:nvSpPr>
          <p:spPr>
            <a:xfrm>
              <a:off x="8500249" y="1865759"/>
              <a:ext cx="96227" cy="16650"/>
            </a:xfrm>
            <a:custGeom>
              <a:avLst/>
              <a:gdLst/>
              <a:ahLst/>
              <a:cxnLst/>
              <a:rect l="l" t="t" r="r" b="b"/>
              <a:pathLst>
                <a:path w="3670" h="635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3336" y="634"/>
                  </a:lnTo>
                  <a:cubicBezTo>
                    <a:pt x="3503" y="634"/>
                    <a:pt x="3670" y="501"/>
                    <a:pt x="3670" y="334"/>
                  </a:cubicBezTo>
                  <a:cubicBezTo>
                    <a:pt x="3670" y="134"/>
                    <a:pt x="3536" y="0"/>
                    <a:pt x="3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12;p27">
              <a:extLst>
                <a:ext uri="{FF2B5EF4-FFF2-40B4-BE49-F238E27FC236}">
                  <a16:creationId xmlns:a16="http://schemas.microsoft.com/office/drawing/2014/main" id="{80F1AB4D-B48E-4FDE-8CB1-F026085C4B5C}"/>
                </a:ext>
              </a:extLst>
            </p:cNvPr>
            <p:cNvSpPr/>
            <p:nvPr/>
          </p:nvSpPr>
          <p:spPr>
            <a:xfrm>
              <a:off x="7800544" y="1919982"/>
              <a:ext cx="277276" cy="17515"/>
            </a:xfrm>
            <a:custGeom>
              <a:avLst/>
              <a:gdLst/>
              <a:ahLst/>
              <a:cxnLst/>
              <a:rect l="l" t="t" r="r" b="b"/>
              <a:pathLst>
                <a:path w="10575" h="668" extrusionOk="0">
                  <a:moveTo>
                    <a:pt x="334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0275" y="668"/>
                  </a:lnTo>
                  <a:cubicBezTo>
                    <a:pt x="10441" y="668"/>
                    <a:pt x="10575" y="501"/>
                    <a:pt x="10575" y="334"/>
                  </a:cubicBezTo>
                  <a:cubicBezTo>
                    <a:pt x="10575" y="167"/>
                    <a:pt x="10441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13;p27">
              <a:extLst>
                <a:ext uri="{FF2B5EF4-FFF2-40B4-BE49-F238E27FC236}">
                  <a16:creationId xmlns:a16="http://schemas.microsoft.com/office/drawing/2014/main" id="{9A06D92C-B770-4985-A1A1-2D89EE47E8CD}"/>
                </a:ext>
              </a:extLst>
            </p:cNvPr>
            <p:cNvSpPr/>
            <p:nvPr/>
          </p:nvSpPr>
          <p:spPr>
            <a:xfrm>
              <a:off x="8164398" y="2087921"/>
              <a:ext cx="314011" cy="17515"/>
            </a:xfrm>
            <a:custGeom>
              <a:avLst/>
              <a:gdLst/>
              <a:ahLst/>
              <a:cxnLst/>
              <a:rect l="l" t="t" r="r" b="b"/>
              <a:pathLst>
                <a:path w="11976" h="668" extrusionOk="0">
                  <a:moveTo>
                    <a:pt x="300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0"/>
                    <a:pt x="134" y="667"/>
                    <a:pt x="300" y="667"/>
                  </a:cubicBezTo>
                  <a:lnTo>
                    <a:pt x="11642" y="667"/>
                  </a:lnTo>
                  <a:cubicBezTo>
                    <a:pt x="11842" y="667"/>
                    <a:pt x="11975" y="500"/>
                    <a:pt x="11975" y="334"/>
                  </a:cubicBezTo>
                  <a:cubicBezTo>
                    <a:pt x="11975" y="134"/>
                    <a:pt x="11842" y="0"/>
                    <a:pt x="1164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14;p27">
              <a:extLst>
                <a:ext uri="{FF2B5EF4-FFF2-40B4-BE49-F238E27FC236}">
                  <a16:creationId xmlns:a16="http://schemas.microsoft.com/office/drawing/2014/main" id="{C9591120-C80C-4E83-B423-2AB2EBAECA2B}"/>
                </a:ext>
              </a:extLst>
            </p:cNvPr>
            <p:cNvSpPr/>
            <p:nvPr/>
          </p:nvSpPr>
          <p:spPr>
            <a:xfrm>
              <a:off x="8245732" y="2031941"/>
              <a:ext cx="232676" cy="17515"/>
            </a:xfrm>
            <a:custGeom>
              <a:avLst/>
              <a:gdLst/>
              <a:ahLst/>
              <a:cxnLst/>
              <a:rect l="l" t="t" r="r" b="b"/>
              <a:pathLst>
                <a:path w="8874" h="668" extrusionOk="0">
                  <a:moveTo>
                    <a:pt x="334" y="0"/>
                  </a:moveTo>
                  <a:cubicBezTo>
                    <a:pt x="134" y="0"/>
                    <a:pt x="0" y="134"/>
                    <a:pt x="0" y="334"/>
                  </a:cubicBezTo>
                  <a:cubicBezTo>
                    <a:pt x="0" y="501"/>
                    <a:pt x="134" y="667"/>
                    <a:pt x="334" y="667"/>
                  </a:cubicBezTo>
                  <a:lnTo>
                    <a:pt x="8540" y="667"/>
                  </a:lnTo>
                  <a:cubicBezTo>
                    <a:pt x="8740" y="667"/>
                    <a:pt x="8873" y="501"/>
                    <a:pt x="8873" y="334"/>
                  </a:cubicBezTo>
                  <a:cubicBezTo>
                    <a:pt x="8873" y="134"/>
                    <a:pt x="8740" y="0"/>
                    <a:pt x="8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15;p27">
              <a:extLst>
                <a:ext uri="{FF2B5EF4-FFF2-40B4-BE49-F238E27FC236}">
                  <a16:creationId xmlns:a16="http://schemas.microsoft.com/office/drawing/2014/main" id="{8448777B-E6F4-47AE-8679-AF0CA8EBD4EA}"/>
                </a:ext>
              </a:extLst>
            </p:cNvPr>
            <p:cNvSpPr/>
            <p:nvPr/>
          </p:nvSpPr>
          <p:spPr>
            <a:xfrm>
              <a:off x="8376045" y="1975097"/>
              <a:ext cx="102363" cy="16623"/>
            </a:xfrm>
            <a:custGeom>
              <a:avLst/>
              <a:gdLst/>
              <a:ahLst/>
              <a:cxnLst/>
              <a:rect l="l" t="t" r="r" b="b"/>
              <a:pathLst>
                <a:path w="3904" h="634" extrusionOk="0">
                  <a:moveTo>
                    <a:pt x="301" y="0"/>
                  </a:moveTo>
                  <a:cubicBezTo>
                    <a:pt x="134" y="0"/>
                    <a:pt x="1" y="133"/>
                    <a:pt x="1" y="300"/>
                  </a:cubicBezTo>
                  <a:cubicBezTo>
                    <a:pt x="1" y="500"/>
                    <a:pt x="134" y="634"/>
                    <a:pt x="301" y="634"/>
                  </a:cubicBezTo>
                  <a:lnTo>
                    <a:pt x="3570" y="634"/>
                  </a:lnTo>
                  <a:cubicBezTo>
                    <a:pt x="3770" y="634"/>
                    <a:pt x="3903" y="500"/>
                    <a:pt x="3903" y="300"/>
                  </a:cubicBezTo>
                  <a:cubicBezTo>
                    <a:pt x="3903" y="133"/>
                    <a:pt x="3770" y="0"/>
                    <a:pt x="35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16;p27">
              <a:extLst>
                <a:ext uri="{FF2B5EF4-FFF2-40B4-BE49-F238E27FC236}">
                  <a16:creationId xmlns:a16="http://schemas.microsoft.com/office/drawing/2014/main" id="{30B5574D-81DE-4BE7-98D1-BAC4481E625E}"/>
                </a:ext>
              </a:extLst>
            </p:cNvPr>
            <p:cNvSpPr/>
            <p:nvPr/>
          </p:nvSpPr>
          <p:spPr>
            <a:xfrm>
              <a:off x="7710453" y="1612108"/>
              <a:ext cx="328012" cy="16650"/>
            </a:xfrm>
            <a:custGeom>
              <a:avLst/>
              <a:gdLst/>
              <a:ahLst/>
              <a:cxnLst/>
              <a:rect l="l" t="t" r="r" b="b"/>
              <a:pathLst>
                <a:path w="1251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2176" y="635"/>
                  </a:lnTo>
                  <a:cubicBezTo>
                    <a:pt x="12376" y="635"/>
                    <a:pt x="12510" y="501"/>
                    <a:pt x="12510" y="334"/>
                  </a:cubicBezTo>
                  <a:cubicBezTo>
                    <a:pt x="12510" y="134"/>
                    <a:pt x="12376" y="1"/>
                    <a:pt x="12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617;p27">
              <a:extLst>
                <a:ext uri="{FF2B5EF4-FFF2-40B4-BE49-F238E27FC236}">
                  <a16:creationId xmlns:a16="http://schemas.microsoft.com/office/drawing/2014/main" id="{B6E9C3F1-D8D4-4CFB-81A3-C8EA6C837E98}"/>
                </a:ext>
              </a:extLst>
            </p:cNvPr>
            <p:cNvSpPr/>
            <p:nvPr/>
          </p:nvSpPr>
          <p:spPr>
            <a:xfrm>
              <a:off x="7710453" y="2220856"/>
              <a:ext cx="530064" cy="17515"/>
            </a:xfrm>
            <a:custGeom>
              <a:avLst/>
              <a:gdLst/>
              <a:ahLst/>
              <a:cxnLst/>
              <a:rect l="l" t="t" r="r" b="b"/>
              <a:pathLst>
                <a:path w="20216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618;p27">
              <a:extLst>
                <a:ext uri="{FF2B5EF4-FFF2-40B4-BE49-F238E27FC236}">
                  <a16:creationId xmlns:a16="http://schemas.microsoft.com/office/drawing/2014/main" id="{E614CAE1-0DF5-46EC-B087-8DDC7460C2CC}"/>
                </a:ext>
              </a:extLst>
            </p:cNvPr>
            <p:cNvSpPr/>
            <p:nvPr/>
          </p:nvSpPr>
          <p:spPr>
            <a:xfrm>
              <a:off x="7710453" y="2288189"/>
              <a:ext cx="530064" cy="17541"/>
            </a:xfrm>
            <a:custGeom>
              <a:avLst/>
              <a:gdLst/>
              <a:ahLst/>
              <a:cxnLst/>
              <a:rect l="l" t="t" r="r" b="b"/>
              <a:pathLst>
                <a:path w="20216" h="669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215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619;p27">
              <a:extLst>
                <a:ext uri="{FF2B5EF4-FFF2-40B4-BE49-F238E27FC236}">
                  <a16:creationId xmlns:a16="http://schemas.microsoft.com/office/drawing/2014/main" id="{350DAEBA-8E39-4A1D-BFBD-A930BBACC661}"/>
                </a:ext>
              </a:extLst>
            </p:cNvPr>
            <p:cNvSpPr/>
            <p:nvPr/>
          </p:nvSpPr>
          <p:spPr>
            <a:xfrm>
              <a:off x="7710453" y="2355548"/>
              <a:ext cx="529172" cy="17515"/>
            </a:xfrm>
            <a:custGeom>
              <a:avLst/>
              <a:gdLst/>
              <a:ahLst/>
              <a:cxnLst/>
              <a:rect l="l" t="t" r="r" b="b"/>
              <a:pathLst>
                <a:path w="20182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19882" y="668"/>
                  </a:lnTo>
                  <a:cubicBezTo>
                    <a:pt x="20048" y="668"/>
                    <a:pt x="20182" y="501"/>
                    <a:pt x="20182" y="334"/>
                  </a:cubicBezTo>
                  <a:cubicBezTo>
                    <a:pt x="20182" y="167"/>
                    <a:pt x="20048" y="0"/>
                    <a:pt x="19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620;p27">
              <a:extLst>
                <a:ext uri="{FF2B5EF4-FFF2-40B4-BE49-F238E27FC236}">
                  <a16:creationId xmlns:a16="http://schemas.microsoft.com/office/drawing/2014/main" id="{3F6D590E-3DC6-4300-A026-F222CF3417D5}"/>
                </a:ext>
              </a:extLst>
            </p:cNvPr>
            <p:cNvSpPr/>
            <p:nvPr/>
          </p:nvSpPr>
          <p:spPr>
            <a:xfrm>
              <a:off x="7710453" y="2757866"/>
              <a:ext cx="529172" cy="16650"/>
            </a:xfrm>
            <a:custGeom>
              <a:avLst/>
              <a:gdLst/>
              <a:ahLst/>
              <a:cxnLst/>
              <a:rect l="l" t="t" r="r" b="b"/>
              <a:pathLst>
                <a:path w="20182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5"/>
                    <a:pt x="334" y="635"/>
                  </a:cubicBezTo>
                  <a:lnTo>
                    <a:pt x="19882" y="635"/>
                  </a:lnTo>
                  <a:cubicBezTo>
                    <a:pt x="20048" y="635"/>
                    <a:pt x="20182" y="501"/>
                    <a:pt x="20182" y="334"/>
                  </a:cubicBezTo>
                  <a:cubicBezTo>
                    <a:pt x="20182" y="134"/>
                    <a:pt x="20048" y="1"/>
                    <a:pt x="198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621;p27">
              <a:extLst>
                <a:ext uri="{FF2B5EF4-FFF2-40B4-BE49-F238E27FC236}">
                  <a16:creationId xmlns:a16="http://schemas.microsoft.com/office/drawing/2014/main" id="{8958A79D-845A-4081-A2A8-EDA2F7132419}"/>
                </a:ext>
              </a:extLst>
            </p:cNvPr>
            <p:cNvSpPr/>
            <p:nvPr/>
          </p:nvSpPr>
          <p:spPr>
            <a:xfrm>
              <a:off x="8192375" y="2143009"/>
              <a:ext cx="157451" cy="16650"/>
            </a:xfrm>
            <a:custGeom>
              <a:avLst/>
              <a:gdLst/>
              <a:ahLst/>
              <a:cxnLst/>
              <a:rect l="l" t="t" r="r" b="b"/>
              <a:pathLst>
                <a:path w="6005" h="635" extrusionOk="0">
                  <a:moveTo>
                    <a:pt x="334" y="1"/>
                  </a:moveTo>
                  <a:cubicBezTo>
                    <a:pt x="167" y="1"/>
                    <a:pt x="1" y="134"/>
                    <a:pt x="1" y="334"/>
                  </a:cubicBezTo>
                  <a:cubicBezTo>
                    <a:pt x="1" y="501"/>
                    <a:pt x="167" y="634"/>
                    <a:pt x="334" y="634"/>
                  </a:cubicBezTo>
                  <a:lnTo>
                    <a:pt x="5671" y="634"/>
                  </a:lnTo>
                  <a:cubicBezTo>
                    <a:pt x="5838" y="634"/>
                    <a:pt x="6005" y="501"/>
                    <a:pt x="6005" y="334"/>
                  </a:cubicBezTo>
                  <a:cubicBezTo>
                    <a:pt x="6005" y="134"/>
                    <a:pt x="5838" y="1"/>
                    <a:pt x="5671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622;p27">
              <a:extLst>
                <a:ext uri="{FF2B5EF4-FFF2-40B4-BE49-F238E27FC236}">
                  <a16:creationId xmlns:a16="http://schemas.microsoft.com/office/drawing/2014/main" id="{BB068552-5641-44A4-A6C9-D55CB870137F}"/>
                </a:ext>
              </a:extLst>
            </p:cNvPr>
            <p:cNvSpPr/>
            <p:nvPr/>
          </p:nvSpPr>
          <p:spPr>
            <a:xfrm>
              <a:off x="8401400" y="2143009"/>
              <a:ext cx="209944" cy="16650"/>
            </a:xfrm>
            <a:custGeom>
              <a:avLst/>
              <a:gdLst/>
              <a:ahLst/>
              <a:cxnLst/>
              <a:rect l="l" t="t" r="r" b="b"/>
              <a:pathLst>
                <a:path w="800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34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7673" y="634"/>
                  </a:lnTo>
                  <a:cubicBezTo>
                    <a:pt x="7873" y="634"/>
                    <a:pt x="8007" y="501"/>
                    <a:pt x="8007" y="334"/>
                  </a:cubicBezTo>
                  <a:cubicBezTo>
                    <a:pt x="8007" y="134"/>
                    <a:pt x="7873" y="1"/>
                    <a:pt x="7673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23;p27">
              <a:extLst>
                <a:ext uri="{FF2B5EF4-FFF2-40B4-BE49-F238E27FC236}">
                  <a16:creationId xmlns:a16="http://schemas.microsoft.com/office/drawing/2014/main" id="{5363DA9A-D83E-4921-B748-2523EF899911}"/>
                </a:ext>
              </a:extLst>
            </p:cNvPr>
            <p:cNvSpPr/>
            <p:nvPr/>
          </p:nvSpPr>
          <p:spPr>
            <a:xfrm>
              <a:off x="8401400" y="2220856"/>
              <a:ext cx="209944" cy="17515"/>
            </a:xfrm>
            <a:custGeom>
              <a:avLst/>
              <a:gdLst/>
              <a:ahLst/>
              <a:cxnLst/>
              <a:rect l="l" t="t" r="r" b="b"/>
              <a:pathLst>
                <a:path w="8007" h="668" extrusionOk="0">
                  <a:moveTo>
                    <a:pt x="334" y="0"/>
                  </a:moveTo>
                  <a:cubicBezTo>
                    <a:pt x="134" y="0"/>
                    <a:pt x="1" y="134"/>
                    <a:pt x="1" y="334"/>
                  </a:cubicBezTo>
                  <a:cubicBezTo>
                    <a:pt x="1" y="501"/>
                    <a:pt x="134" y="668"/>
                    <a:pt x="334" y="668"/>
                  </a:cubicBezTo>
                  <a:lnTo>
                    <a:pt x="7673" y="668"/>
                  </a:lnTo>
                  <a:cubicBezTo>
                    <a:pt x="7873" y="668"/>
                    <a:pt x="8007" y="501"/>
                    <a:pt x="8007" y="334"/>
                  </a:cubicBezTo>
                  <a:cubicBezTo>
                    <a:pt x="8007" y="134"/>
                    <a:pt x="7873" y="0"/>
                    <a:pt x="7673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24;p27">
              <a:extLst>
                <a:ext uri="{FF2B5EF4-FFF2-40B4-BE49-F238E27FC236}">
                  <a16:creationId xmlns:a16="http://schemas.microsoft.com/office/drawing/2014/main" id="{91E2040E-F6E7-49FA-AED3-BD1966373E16}"/>
                </a:ext>
              </a:extLst>
            </p:cNvPr>
            <p:cNvSpPr/>
            <p:nvPr/>
          </p:nvSpPr>
          <p:spPr>
            <a:xfrm>
              <a:off x="7710453" y="2860202"/>
              <a:ext cx="80495" cy="16650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70" y="501"/>
                    <a:pt x="3070" y="301"/>
                  </a:cubicBezTo>
                  <a:cubicBezTo>
                    <a:pt x="3070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25;p27">
              <a:extLst>
                <a:ext uri="{FF2B5EF4-FFF2-40B4-BE49-F238E27FC236}">
                  <a16:creationId xmlns:a16="http://schemas.microsoft.com/office/drawing/2014/main" id="{BCF3FC1F-EFA0-432E-9B90-DCD3CF080877}"/>
                </a:ext>
              </a:extLst>
            </p:cNvPr>
            <p:cNvSpPr/>
            <p:nvPr/>
          </p:nvSpPr>
          <p:spPr>
            <a:xfrm>
              <a:off x="7710453" y="2910938"/>
              <a:ext cx="80495" cy="17515"/>
            </a:xfrm>
            <a:custGeom>
              <a:avLst/>
              <a:gdLst/>
              <a:ahLst/>
              <a:cxnLst/>
              <a:rect l="l" t="t" r="r" b="b"/>
              <a:pathLst>
                <a:path w="3070" h="668" extrusionOk="0">
                  <a:moveTo>
                    <a:pt x="334" y="0"/>
                  </a:moveTo>
                  <a:cubicBezTo>
                    <a:pt x="134" y="0"/>
                    <a:pt x="1" y="167"/>
                    <a:pt x="1" y="334"/>
                  </a:cubicBezTo>
                  <a:cubicBezTo>
                    <a:pt x="1" y="501"/>
                    <a:pt x="134" y="667"/>
                    <a:pt x="334" y="667"/>
                  </a:cubicBezTo>
                  <a:lnTo>
                    <a:pt x="2736" y="667"/>
                  </a:lnTo>
                  <a:cubicBezTo>
                    <a:pt x="2903" y="667"/>
                    <a:pt x="3070" y="501"/>
                    <a:pt x="3070" y="334"/>
                  </a:cubicBezTo>
                  <a:cubicBezTo>
                    <a:pt x="3070" y="167"/>
                    <a:pt x="2903" y="0"/>
                    <a:pt x="2736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26;p27">
              <a:extLst>
                <a:ext uri="{FF2B5EF4-FFF2-40B4-BE49-F238E27FC236}">
                  <a16:creationId xmlns:a16="http://schemas.microsoft.com/office/drawing/2014/main" id="{1167DFAB-1162-45F6-B710-BFB4F6107DB1}"/>
                </a:ext>
              </a:extLst>
            </p:cNvPr>
            <p:cNvSpPr/>
            <p:nvPr/>
          </p:nvSpPr>
          <p:spPr>
            <a:xfrm>
              <a:off x="7811924" y="2910938"/>
              <a:ext cx="492438" cy="17515"/>
            </a:xfrm>
            <a:custGeom>
              <a:avLst/>
              <a:gdLst/>
              <a:ahLst/>
              <a:cxnLst/>
              <a:rect l="l" t="t" r="r" b="b"/>
              <a:pathLst>
                <a:path w="18781" h="668" extrusionOk="0">
                  <a:moveTo>
                    <a:pt x="300" y="0"/>
                  </a:moveTo>
                  <a:cubicBezTo>
                    <a:pt x="134" y="0"/>
                    <a:pt x="0" y="167"/>
                    <a:pt x="0" y="334"/>
                  </a:cubicBezTo>
                  <a:cubicBezTo>
                    <a:pt x="0" y="501"/>
                    <a:pt x="134" y="667"/>
                    <a:pt x="300" y="667"/>
                  </a:cubicBezTo>
                  <a:lnTo>
                    <a:pt x="18447" y="667"/>
                  </a:lnTo>
                  <a:cubicBezTo>
                    <a:pt x="18647" y="667"/>
                    <a:pt x="18780" y="501"/>
                    <a:pt x="18780" y="334"/>
                  </a:cubicBezTo>
                  <a:cubicBezTo>
                    <a:pt x="18780" y="167"/>
                    <a:pt x="18647" y="0"/>
                    <a:pt x="18447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27;p27">
              <a:extLst>
                <a:ext uri="{FF2B5EF4-FFF2-40B4-BE49-F238E27FC236}">
                  <a16:creationId xmlns:a16="http://schemas.microsoft.com/office/drawing/2014/main" id="{B7C0EC06-855E-4BD5-9A8D-31FA7A0CB13C}"/>
                </a:ext>
              </a:extLst>
            </p:cNvPr>
            <p:cNvSpPr/>
            <p:nvPr/>
          </p:nvSpPr>
          <p:spPr>
            <a:xfrm>
              <a:off x="7834656" y="2860202"/>
              <a:ext cx="79604" cy="16650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28;p27">
              <a:extLst>
                <a:ext uri="{FF2B5EF4-FFF2-40B4-BE49-F238E27FC236}">
                  <a16:creationId xmlns:a16="http://schemas.microsoft.com/office/drawing/2014/main" id="{1AB7125E-DA78-48A9-B35C-13CE9D792B97}"/>
                </a:ext>
              </a:extLst>
            </p:cNvPr>
            <p:cNvSpPr/>
            <p:nvPr/>
          </p:nvSpPr>
          <p:spPr>
            <a:xfrm>
              <a:off x="7957969" y="2860202"/>
              <a:ext cx="80495" cy="16650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68" y="1"/>
                    <a:pt x="1" y="134"/>
                    <a:pt x="1" y="301"/>
                  </a:cubicBezTo>
                  <a:cubicBezTo>
                    <a:pt x="1" y="501"/>
                    <a:pt x="168" y="634"/>
                    <a:pt x="334" y="634"/>
                  </a:cubicBezTo>
                  <a:lnTo>
                    <a:pt x="2736" y="634"/>
                  </a:lnTo>
                  <a:cubicBezTo>
                    <a:pt x="2936" y="634"/>
                    <a:pt x="3070" y="501"/>
                    <a:pt x="3070" y="301"/>
                  </a:cubicBezTo>
                  <a:cubicBezTo>
                    <a:pt x="3070" y="134"/>
                    <a:pt x="2936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29;p27">
              <a:extLst>
                <a:ext uri="{FF2B5EF4-FFF2-40B4-BE49-F238E27FC236}">
                  <a16:creationId xmlns:a16="http://schemas.microsoft.com/office/drawing/2014/main" id="{7A1C6CA9-50A3-430A-925A-0F09C94AD745}"/>
                </a:ext>
              </a:extLst>
            </p:cNvPr>
            <p:cNvSpPr/>
            <p:nvPr/>
          </p:nvSpPr>
          <p:spPr>
            <a:xfrm>
              <a:off x="8082172" y="2860202"/>
              <a:ext cx="79630" cy="16650"/>
            </a:xfrm>
            <a:custGeom>
              <a:avLst/>
              <a:gdLst/>
              <a:ahLst/>
              <a:cxnLst/>
              <a:rect l="l" t="t" r="r" b="b"/>
              <a:pathLst>
                <a:path w="3037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36" y="501"/>
                    <a:pt x="3036" y="301"/>
                  </a:cubicBezTo>
                  <a:cubicBezTo>
                    <a:pt x="3036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30;p27">
              <a:extLst>
                <a:ext uri="{FF2B5EF4-FFF2-40B4-BE49-F238E27FC236}">
                  <a16:creationId xmlns:a16="http://schemas.microsoft.com/office/drawing/2014/main" id="{A233911C-CEBD-4AE7-BE40-E5356957E26D}"/>
                </a:ext>
              </a:extLst>
            </p:cNvPr>
            <p:cNvSpPr/>
            <p:nvPr/>
          </p:nvSpPr>
          <p:spPr>
            <a:xfrm>
              <a:off x="8206376" y="2860202"/>
              <a:ext cx="79604" cy="16650"/>
            </a:xfrm>
            <a:custGeom>
              <a:avLst/>
              <a:gdLst/>
              <a:ahLst/>
              <a:cxnLst/>
              <a:rect l="l" t="t" r="r" b="b"/>
              <a:pathLst>
                <a:path w="3036" h="635" extrusionOk="0">
                  <a:moveTo>
                    <a:pt x="300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0" y="634"/>
                  </a:cubicBezTo>
                  <a:lnTo>
                    <a:pt x="2702" y="634"/>
                  </a:lnTo>
                  <a:cubicBezTo>
                    <a:pt x="2902" y="634"/>
                    <a:pt x="3036" y="501"/>
                    <a:pt x="3036" y="301"/>
                  </a:cubicBezTo>
                  <a:cubicBezTo>
                    <a:pt x="3036" y="134"/>
                    <a:pt x="2902" y="1"/>
                    <a:pt x="27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31;p27">
              <a:extLst>
                <a:ext uri="{FF2B5EF4-FFF2-40B4-BE49-F238E27FC236}">
                  <a16:creationId xmlns:a16="http://schemas.microsoft.com/office/drawing/2014/main" id="{7D00CEBD-826B-4136-955A-F544D615F048}"/>
                </a:ext>
              </a:extLst>
            </p:cNvPr>
            <p:cNvSpPr/>
            <p:nvPr/>
          </p:nvSpPr>
          <p:spPr>
            <a:xfrm>
              <a:off x="8329688" y="2860202"/>
              <a:ext cx="80495" cy="16650"/>
            </a:xfrm>
            <a:custGeom>
              <a:avLst/>
              <a:gdLst/>
              <a:ahLst/>
              <a:cxnLst/>
              <a:rect l="l" t="t" r="r" b="b"/>
              <a:pathLst>
                <a:path w="3070" h="635" extrusionOk="0">
                  <a:moveTo>
                    <a:pt x="334" y="1"/>
                  </a:moveTo>
                  <a:cubicBezTo>
                    <a:pt x="134" y="1"/>
                    <a:pt x="1" y="134"/>
                    <a:pt x="1" y="301"/>
                  </a:cubicBezTo>
                  <a:cubicBezTo>
                    <a:pt x="1" y="501"/>
                    <a:pt x="134" y="634"/>
                    <a:pt x="334" y="634"/>
                  </a:cubicBezTo>
                  <a:lnTo>
                    <a:pt x="2736" y="634"/>
                  </a:lnTo>
                  <a:cubicBezTo>
                    <a:pt x="2903" y="634"/>
                    <a:pt x="3069" y="501"/>
                    <a:pt x="3069" y="301"/>
                  </a:cubicBezTo>
                  <a:cubicBezTo>
                    <a:pt x="3069" y="134"/>
                    <a:pt x="2903" y="1"/>
                    <a:pt x="2736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32;p27">
              <a:extLst>
                <a:ext uri="{FF2B5EF4-FFF2-40B4-BE49-F238E27FC236}">
                  <a16:creationId xmlns:a16="http://schemas.microsoft.com/office/drawing/2014/main" id="{C79794A9-38E4-46FE-B3D6-9799F5C3C4A3}"/>
                </a:ext>
              </a:extLst>
            </p:cNvPr>
            <p:cNvSpPr/>
            <p:nvPr/>
          </p:nvSpPr>
          <p:spPr>
            <a:xfrm>
              <a:off x="8453892" y="2860202"/>
              <a:ext cx="54249" cy="16650"/>
            </a:xfrm>
            <a:custGeom>
              <a:avLst/>
              <a:gdLst/>
              <a:ahLst/>
              <a:cxnLst/>
              <a:rect l="l" t="t" r="r" b="b"/>
              <a:pathLst>
                <a:path w="2069" h="635" extrusionOk="0">
                  <a:moveTo>
                    <a:pt x="301" y="1"/>
                  </a:moveTo>
                  <a:cubicBezTo>
                    <a:pt x="134" y="1"/>
                    <a:pt x="0" y="134"/>
                    <a:pt x="0" y="301"/>
                  </a:cubicBezTo>
                  <a:cubicBezTo>
                    <a:pt x="0" y="501"/>
                    <a:pt x="134" y="634"/>
                    <a:pt x="301" y="634"/>
                  </a:cubicBezTo>
                  <a:lnTo>
                    <a:pt x="1768" y="634"/>
                  </a:lnTo>
                  <a:cubicBezTo>
                    <a:pt x="1935" y="634"/>
                    <a:pt x="2068" y="501"/>
                    <a:pt x="2068" y="301"/>
                  </a:cubicBezTo>
                  <a:cubicBezTo>
                    <a:pt x="2068" y="134"/>
                    <a:pt x="1935" y="1"/>
                    <a:pt x="1768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33;p27">
              <a:extLst>
                <a:ext uri="{FF2B5EF4-FFF2-40B4-BE49-F238E27FC236}">
                  <a16:creationId xmlns:a16="http://schemas.microsoft.com/office/drawing/2014/main" id="{281388DD-386F-476E-8E54-F1C2D4208B88}"/>
                </a:ext>
              </a:extLst>
            </p:cNvPr>
            <p:cNvSpPr/>
            <p:nvPr/>
          </p:nvSpPr>
          <p:spPr>
            <a:xfrm>
              <a:off x="8287710" y="826690"/>
              <a:ext cx="856293" cy="784581"/>
            </a:xfrm>
            <a:custGeom>
              <a:avLst/>
              <a:gdLst/>
              <a:ahLst/>
              <a:cxnLst/>
              <a:rect l="l" t="t" r="r" b="b"/>
              <a:pathLst>
                <a:path w="32658" h="29923" extrusionOk="0">
                  <a:moveTo>
                    <a:pt x="1335" y="1"/>
                  </a:moveTo>
                  <a:cubicBezTo>
                    <a:pt x="601" y="1"/>
                    <a:pt x="0" y="601"/>
                    <a:pt x="0" y="1302"/>
                  </a:cubicBezTo>
                  <a:lnTo>
                    <a:pt x="0" y="28621"/>
                  </a:lnTo>
                  <a:cubicBezTo>
                    <a:pt x="0" y="29355"/>
                    <a:pt x="601" y="29922"/>
                    <a:pt x="1335" y="29922"/>
                  </a:cubicBezTo>
                  <a:lnTo>
                    <a:pt x="31356" y="29922"/>
                  </a:lnTo>
                  <a:cubicBezTo>
                    <a:pt x="32090" y="29922"/>
                    <a:pt x="32657" y="29355"/>
                    <a:pt x="32657" y="28621"/>
                  </a:cubicBezTo>
                  <a:lnTo>
                    <a:pt x="32657" y="1302"/>
                  </a:lnTo>
                  <a:cubicBezTo>
                    <a:pt x="32657" y="601"/>
                    <a:pt x="32090" y="1"/>
                    <a:pt x="31356" y="1"/>
                  </a:cubicBezTo>
                  <a:close/>
                </a:path>
              </a:pathLst>
            </a:custGeom>
            <a:solidFill>
              <a:srgbClr val="B8B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34;p27">
              <a:extLst>
                <a:ext uri="{FF2B5EF4-FFF2-40B4-BE49-F238E27FC236}">
                  <a16:creationId xmlns:a16="http://schemas.microsoft.com/office/drawing/2014/main" id="{2560045A-1B9F-4D98-A647-5D32C92A544B}"/>
                </a:ext>
              </a:extLst>
            </p:cNvPr>
            <p:cNvSpPr/>
            <p:nvPr/>
          </p:nvSpPr>
          <p:spPr>
            <a:xfrm>
              <a:off x="8287710" y="819716"/>
              <a:ext cx="856293" cy="39382"/>
            </a:xfrm>
            <a:custGeom>
              <a:avLst/>
              <a:gdLst/>
              <a:ahLst/>
              <a:cxnLst/>
              <a:rect l="l" t="t" r="r" b="b"/>
              <a:pathLst>
                <a:path w="32658" h="1502" extrusionOk="0">
                  <a:moveTo>
                    <a:pt x="1268" y="0"/>
                  </a:moveTo>
                  <a:cubicBezTo>
                    <a:pt x="568" y="0"/>
                    <a:pt x="0" y="567"/>
                    <a:pt x="0" y="1234"/>
                  </a:cubicBezTo>
                  <a:lnTo>
                    <a:pt x="0" y="1501"/>
                  </a:lnTo>
                  <a:cubicBezTo>
                    <a:pt x="0" y="834"/>
                    <a:pt x="568" y="267"/>
                    <a:pt x="1268" y="267"/>
                  </a:cubicBezTo>
                  <a:lnTo>
                    <a:pt x="31423" y="267"/>
                  </a:lnTo>
                  <a:cubicBezTo>
                    <a:pt x="32123" y="267"/>
                    <a:pt x="32657" y="834"/>
                    <a:pt x="32657" y="1501"/>
                  </a:cubicBezTo>
                  <a:lnTo>
                    <a:pt x="32657" y="1234"/>
                  </a:lnTo>
                  <a:cubicBezTo>
                    <a:pt x="32657" y="567"/>
                    <a:pt x="32123" y="0"/>
                    <a:pt x="31423" y="0"/>
                  </a:cubicBezTo>
                  <a:close/>
                </a:path>
              </a:pathLst>
            </a:custGeom>
            <a:solidFill>
              <a:srgbClr val="00A3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35;p27">
              <a:extLst>
                <a:ext uri="{FF2B5EF4-FFF2-40B4-BE49-F238E27FC236}">
                  <a16:creationId xmlns:a16="http://schemas.microsoft.com/office/drawing/2014/main" id="{3AF12D42-D371-464D-A93F-42A0F48A9D38}"/>
                </a:ext>
              </a:extLst>
            </p:cNvPr>
            <p:cNvSpPr/>
            <p:nvPr/>
          </p:nvSpPr>
          <p:spPr>
            <a:xfrm>
              <a:off x="8287710" y="826690"/>
              <a:ext cx="856293" cy="120743"/>
            </a:xfrm>
            <a:custGeom>
              <a:avLst/>
              <a:gdLst/>
              <a:ahLst/>
              <a:cxnLst/>
              <a:rect l="l" t="t" r="r" b="b"/>
              <a:pathLst>
                <a:path w="32658" h="4605" extrusionOk="0">
                  <a:moveTo>
                    <a:pt x="1268" y="1"/>
                  </a:moveTo>
                  <a:cubicBezTo>
                    <a:pt x="568" y="1"/>
                    <a:pt x="0" y="568"/>
                    <a:pt x="0" y="1235"/>
                  </a:cubicBezTo>
                  <a:lnTo>
                    <a:pt x="0" y="4604"/>
                  </a:lnTo>
                  <a:lnTo>
                    <a:pt x="32657" y="4604"/>
                  </a:lnTo>
                  <a:lnTo>
                    <a:pt x="32657" y="1235"/>
                  </a:lnTo>
                  <a:cubicBezTo>
                    <a:pt x="32657" y="568"/>
                    <a:pt x="32123" y="1"/>
                    <a:pt x="31423" y="1"/>
                  </a:cubicBezTo>
                  <a:close/>
                </a:path>
              </a:pathLst>
            </a:custGeom>
            <a:solidFill>
              <a:srgbClr val="469A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36;p27">
              <a:extLst>
                <a:ext uri="{FF2B5EF4-FFF2-40B4-BE49-F238E27FC236}">
                  <a16:creationId xmlns:a16="http://schemas.microsoft.com/office/drawing/2014/main" id="{0A236EF8-89D8-49CB-B224-8793A678CB42}"/>
                </a:ext>
              </a:extLst>
            </p:cNvPr>
            <p:cNvSpPr/>
            <p:nvPr/>
          </p:nvSpPr>
          <p:spPr>
            <a:xfrm>
              <a:off x="8334932" y="983249"/>
              <a:ext cx="765336" cy="588665"/>
            </a:xfrm>
            <a:custGeom>
              <a:avLst/>
              <a:gdLst/>
              <a:ahLst/>
              <a:cxnLst/>
              <a:rect l="l" t="t" r="r" b="b"/>
              <a:pathLst>
                <a:path w="29189" h="22451" extrusionOk="0">
                  <a:moveTo>
                    <a:pt x="28188" y="22450"/>
                  </a:moveTo>
                  <a:lnTo>
                    <a:pt x="1001" y="22450"/>
                  </a:lnTo>
                  <a:cubicBezTo>
                    <a:pt x="434" y="22450"/>
                    <a:pt x="1" y="22017"/>
                    <a:pt x="1" y="21450"/>
                  </a:cubicBezTo>
                  <a:lnTo>
                    <a:pt x="1" y="1002"/>
                  </a:lnTo>
                  <a:cubicBezTo>
                    <a:pt x="1" y="468"/>
                    <a:pt x="434" y="1"/>
                    <a:pt x="1001" y="1"/>
                  </a:cubicBezTo>
                  <a:lnTo>
                    <a:pt x="28188" y="1"/>
                  </a:lnTo>
                  <a:cubicBezTo>
                    <a:pt x="28755" y="1"/>
                    <a:pt x="29188" y="468"/>
                    <a:pt x="29188" y="1002"/>
                  </a:cubicBezTo>
                  <a:lnTo>
                    <a:pt x="29188" y="21450"/>
                  </a:lnTo>
                  <a:cubicBezTo>
                    <a:pt x="29188" y="22017"/>
                    <a:pt x="28755" y="22450"/>
                    <a:pt x="28188" y="22450"/>
                  </a:cubicBezTo>
                  <a:close/>
                </a:path>
              </a:pathLst>
            </a:custGeom>
            <a:solidFill>
              <a:srgbClr val="240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37;p27">
              <a:extLst>
                <a:ext uri="{FF2B5EF4-FFF2-40B4-BE49-F238E27FC236}">
                  <a16:creationId xmlns:a16="http://schemas.microsoft.com/office/drawing/2014/main" id="{DF030058-ECBB-4454-91DC-7E67B41CD290}"/>
                </a:ext>
              </a:extLst>
            </p:cNvPr>
            <p:cNvSpPr/>
            <p:nvPr/>
          </p:nvSpPr>
          <p:spPr>
            <a:xfrm>
              <a:off x="8371666" y="1116211"/>
              <a:ext cx="544039" cy="13136"/>
            </a:xfrm>
            <a:custGeom>
              <a:avLst/>
              <a:gdLst/>
              <a:ahLst/>
              <a:cxnLst/>
              <a:rect l="l" t="t" r="r" b="b"/>
              <a:pathLst>
                <a:path w="2074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0482" y="501"/>
                  </a:lnTo>
                  <a:cubicBezTo>
                    <a:pt x="20615" y="501"/>
                    <a:pt x="20749" y="401"/>
                    <a:pt x="20716" y="267"/>
                  </a:cubicBezTo>
                  <a:cubicBezTo>
                    <a:pt x="20716" y="134"/>
                    <a:pt x="20615" y="0"/>
                    <a:pt x="20482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38;p27">
              <a:extLst>
                <a:ext uri="{FF2B5EF4-FFF2-40B4-BE49-F238E27FC236}">
                  <a16:creationId xmlns:a16="http://schemas.microsoft.com/office/drawing/2014/main" id="{86577BB3-4D10-417E-B022-0427014E108B}"/>
                </a:ext>
              </a:extLst>
            </p:cNvPr>
            <p:cNvSpPr/>
            <p:nvPr/>
          </p:nvSpPr>
          <p:spPr>
            <a:xfrm>
              <a:off x="8948924" y="1116211"/>
              <a:ext cx="52492" cy="13136"/>
            </a:xfrm>
            <a:custGeom>
              <a:avLst/>
              <a:gdLst/>
              <a:ahLst/>
              <a:cxnLst/>
              <a:rect l="l" t="t" r="r" b="b"/>
              <a:pathLst>
                <a:path w="2002" h="501" extrusionOk="0">
                  <a:moveTo>
                    <a:pt x="234" y="0"/>
                  </a:moveTo>
                  <a:cubicBezTo>
                    <a:pt x="101" y="0"/>
                    <a:pt x="0" y="134"/>
                    <a:pt x="0" y="267"/>
                  </a:cubicBezTo>
                  <a:cubicBezTo>
                    <a:pt x="0" y="401"/>
                    <a:pt x="101" y="501"/>
                    <a:pt x="234" y="501"/>
                  </a:cubicBezTo>
                  <a:lnTo>
                    <a:pt x="1735" y="501"/>
                  </a:lnTo>
                  <a:cubicBezTo>
                    <a:pt x="1868" y="501"/>
                    <a:pt x="2002" y="401"/>
                    <a:pt x="2002" y="267"/>
                  </a:cubicBezTo>
                  <a:cubicBezTo>
                    <a:pt x="2002" y="134"/>
                    <a:pt x="1868" y="0"/>
                    <a:pt x="173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39;p27">
              <a:extLst>
                <a:ext uri="{FF2B5EF4-FFF2-40B4-BE49-F238E27FC236}">
                  <a16:creationId xmlns:a16="http://schemas.microsoft.com/office/drawing/2014/main" id="{7CE94764-ED29-43C4-B2F7-CE3D0768974A}"/>
                </a:ext>
              </a:extLst>
            </p:cNvPr>
            <p:cNvSpPr/>
            <p:nvPr/>
          </p:nvSpPr>
          <p:spPr>
            <a:xfrm>
              <a:off x="9021527" y="1116211"/>
              <a:ext cx="42004" cy="13136"/>
            </a:xfrm>
            <a:custGeom>
              <a:avLst/>
              <a:gdLst/>
              <a:ahLst/>
              <a:cxnLst/>
              <a:rect l="l" t="t" r="r" b="b"/>
              <a:pathLst>
                <a:path w="1602" h="501" extrusionOk="0">
                  <a:moveTo>
                    <a:pt x="234" y="0"/>
                  </a:moveTo>
                  <a:cubicBezTo>
                    <a:pt x="100" y="0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1368" y="501"/>
                  </a:lnTo>
                  <a:cubicBezTo>
                    <a:pt x="1501" y="501"/>
                    <a:pt x="1601" y="401"/>
                    <a:pt x="1601" y="267"/>
                  </a:cubicBezTo>
                  <a:cubicBezTo>
                    <a:pt x="1601" y="134"/>
                    <a:pt x="1501" y="0"/>
                    <a:pt x="1368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40;p27">
              <a:extLst>
                <a:ext uri="{FF2B5EF4-FFF2-40B4-BE49-F238E27FC236}">
                  <a16:creationId xmlns:a16="http://schemas.microsoft.com/office/drawing/2014/main" id="{40954710-6CE3-460B-A89A-61CBE27C7BD8}"/>
                </a:ext>
              </a:extLst>
            </p:cNvPr>
            <p:cNvSpPr/>
            <p:nvPr/>
          </p:nvSpPr>
          <p:spPr>
            <a:xfrm>
              <a:off x="8371666" y="1176543"/>
              <a:ext cx="311389" cy="13162"/>
            </a:xfrm>
            <a:custGeom>
              <a:avLst/>
              <a:gdLst/>
              <a:ahLst/>
              <a:cxnLst/>
              <a:rect l="l" t="t" r="r" b="b"/>
              <a:pathLst>
                <a:path w="11876" h="502" extrusionOk="0">
                  <a:moveTo>
                    <a:pt x="234" y="1"/>
                  </a:moveTo>
                  <a:cubicBezTo>
                    <a:pt x="101" y="1"/>
                    <a:pt x="1" y="134"/>
                    <a:pt x="1" y="268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11609" y="501"/>
                  </a:lnTo>
                  <a:cubicBezTo>
                    <a:pt x="11742" y="501"/>
                    <a:pt x="11876" y="401"/>
                    <a:pt x="11876" y="268"/>
                  </a:cubicBezTo>
                  <a:cubicBezTo>
                    <a:pt x="11876" y="134"/>
                    <a:pt x="11742" y="1"/>
                    <a:pt x="11609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41;p27">
              <a:extLst>
                <a:ext uri="{FF2B5EF4-FFF2-40B4-BE49-F238E27FC236}">
                  <a16:creationId xmlns:a16="http://schemas.microsoft.com/office/drawing/2014/main" id="{1B15E953-E38F-452F-9C83-585DAE9E9143}"/>
                </a:ext>
              </a:extLst>
            </p:cNvPr>
            <p:cNvSpPr/>
            <p:nvPr/>
          </p:nvSpPr>
          <p:spPr>
            <a:xfrm>
              <a:off x="8687406" y="1176543"/>
              <a:ext cx="98876" cy="13162"/>
            </a:xfrm>
            <a:custGeom>
              <a:avLst/>
              <a:gdLst/>
              <a:ahLst/>
              <a:cxnLst/>
              <a:rect l="l" t="t" r="r" b="b"/>
              <a:pathLst>
                <a:path w="3771" h="502" extrusionOk="0">
                  <a:moveTo>
                    <a:pt x="268" y="1"/>
                  </a:moveTo>
                  <a:cubicBezTo>
                    <a:pt x="134" y="1"/>
                    <a:pt x="1" y="134"/>
                    <a:pt x="1" y="268"/>
                  </a:cubicBezTo>
                  <a:cubicBezTo>
                    <a:pt x="1" y="401"/>
                    <a:pt x="134" y="501"/>
                    <a:pt x="268" y="501"/>
                  </a:cubicBezTo>
                  <a:lnTo>
                    <a:pt x="3537" y="501"/>
                  </a:lnTo>
                  <a:cubicBezTo>
                    <a:pt x="3670" y="501"/>
                    <a:pt x="3770" y="401"/>
                    <a:pt x="3770" y="268"/>
                  </a:cubicBezTo>
                  <a:cubicBezTo>
                    <a:pt x="3770" y="134"/>
                    <a:pt x="3670" y="1"/>
                    <a:pt x="3537" y="1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42;p27">
              <a:extLst>
                <a:ext uri="{FF2B5EF4-FFF2-40B4-BE49-F238E27FC236}">
                  <a16:creationId xmlns:a16="http://schemas.microsoft.com/office/drawing/2014/main" id="{823BCAAF-33FA-4ABF-97E8-6EAF8C9360CD}"/>
                </a:ext>
              </a:extLst>
            </p:cNvPr>
            <p:cNvSpPr/>
            <p:nvPr/>
          </p:nvSpPr>
          <p:spPr>
            <a:xfrm>
              <a:off x="8720653" y="1211546"/>
              <a:ext cx="65629" cy="12271"/>
            </a:xfrm>
            <a:custGeom>
              <a:avLst/>
              <a:gdLst/>
              <a:ahLst/>
              <a:cxnLst/>
              <a:rect l="l" t="t" r="r" b="b"/>
              <a:pathLst>
                <a:path w="2503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269" y="467"/>
                  </a:lnTo>
                  <a:cubicBezTo>
                    <a:pt x="2402" y="467"/>
                    <a:pt x="2502" y="367"/>
                    <a:pt x="2502" y="234"/>
                  </a:cubicBezTo>
                  <a:cubicBezTo>
                    <a:pt x="2502" y="100"/>
                    <a:pt x="2402" y="0"/>
                    <a:pt x="2269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43;p27">
              <a:extLst>
                <a:ext uri="{FF2B5EF4-FFF2-40B4-BE49-F238E27FC236}">
                  <a16:creationId xmlns:a16="http://schemas.microsoft.com/office/drawing/2014/main" id="{47C8180D-BA63-49BD-82EE-5BF20B41366F}"/>
                </a:ext>
              </a:extLst>
            </p:cNvPr>
            <p:cNvSpPr/>
            <p:nvPr/>
          </p:nvSpPr>
          <p:spPr>
            <a:xfrm>
              <a:off x="8688298" y="1211546"/>
              <a:ext cx="19245" cy="12271"/>
            </a:xfrm>
            <a:custGeom>
              <a:avLst/>
              <a:gdLst/>
              <a:ahLst/>
              <a:cxnLst/>
              <a:rect l="l" t="t" r="r" b="b"/>
              <a:pathLst>
                <a:path w="734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467" y="467"/>
                  </a:lnTo>
                  <a:cubicBezTo>
                    <a:pt x="600" y="467"/>
                    <a:pt x="734" y="367"/>
                    <a:pt x="734" y="234"/>
                  </a:cubicBezTo>
                  <a:cubicBezTo>
                    <a:pt x="734" y="100"/>
                    <a:pt x="600" y="0"/>
                    <a:pt x="467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44;p27">
              <a:extLst>
                <a:ext uri="{FF2B5EF4-FFF2-40B4-BE49-F238E27FC236}">
                  <a16:creationId xmlns:a16="http://schemas.microsoft.com/office/drawing/2014/main" id="{D5CAC3A3-FA19-4483-BB92-A03BECA5C30A}"/>
                </a:ext>
              </a:extLst>
            </p:cNvPr>
            <p:cNvSpPr/>
            <p:nvPr/>
          </p:nvSpPr>
          <p:spPr>
            <a:xfrm>
              <a:off x="8610451" y="1211546"/>
              <a:ext cx="59493" cy="12271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467"/>
                  </a:cubicBezTo>
                  <a:lnTo>
                    <a:pt x="2035" y="467"/>
                  </a:lnTo>
                  <a:cubicBezTo>
                    <a:pt x="2168" y="467"/>
                    <a:pt x="2269" y="367"/>
                    <a:pt x="2269" y="234"/>
                  </a:cubicBezTo>
                  <a:cubicBezTo>
                    <a:pt x="2269" y="100"/>
                    <a:pt x="2168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45;p27">
              <a:extLst>
                <a:ext uri="{FF2B5EF4-FFF2-40B4-BE49-F238E27FC236}">
                  <a16:creationId xmlns:a16="http://schemas.microsoft.com/office/drawing/2014/main" id="{FF4BF70D-5C25-4DEB-8C73-D9BD6BAF2AC0}"/>
                </a:ext>
              </a:extLst>
            </p:cNvPr>
            <p:cNvSpPr/>
            <p:nvPr/>
          </p:nvSpPr>
          <p:spPr>
            <a:xfrm>
              <a:off x="8526469" y="1211546"/>
              <a:ext cx="59519" cy="12271"/>
            </a:xfrm>
            <a:custGeom>
              <a:avLst/>
              <a:gdLst/>
              <a:ahLst/>
              <a:cxnLst/>
              <a:rect l="l" t="t" r="r" b="b"/>
              <a:pathLst>
                <a:path w="2270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6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6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46;p27">
              <a:extLst>
                <a:ext uri="{FF2B5EF4-FFF2-40B4-BE49-F238E27FC236}">
                  <a16:creationId xmlns:a16="http://schemas.microsoft.com/office/drawing/2014/main" id="{FBF0DA37-7927-44C7-A1F6-05C1FC19FD2B}"/>
                </a:ext>
              </a:extLst>
            </p:cNvPr>
            <p:cNvSpPr/>
            <p:nvPr/>
          </p:nvSpPr>
          <p:spPr>
            <a:xfrm>
              <a:off x="8442513" y="1211546"/>
              <a:ext cx="59493" cy="12271"/>
            </a:xfrm>
            <a:custGeom>
              <a:avLst/>
              <a:gdLst/>
              <a:ahLst/>
              <a:cxnLst/>
              <a:rect l="l" t="t" r="r" b="b"/>
              <a:pathLst>
                <a:path w="226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2035" y="467"/>
                  </a:lnTo>
                  <a:cubicBezTo>
                    <a:pt x="2169" y="467"/>
                    <a:pt x="2269" y="367"/>
                    <a:pt x="2269" y="234"/>
                  </a:cubicBezTo>
                  <a:cubicBezTo>
                    <a:pt x="2269" y="100"/>
                    <a:pt x="2169" y="0"/>
                    <a:pt x="2035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47;p27">
              <a:extLst>
                <a:ext uri="{FF2B5EF4-FFF2-40B4-BE49-F238E27FC236}">
                  <a16:creationId xmlns:a16="http://schemas.microsoft.com/office/drawing/2014/main" id="{2A9266D6-7B7F-4399-BF2C-3A59FF44E1BC}"/>
                </a:ext>
              </a:extLst>
            </p:cNvPr>
            <p:cNvSpPr/>
            <p:nvPr/>
          </p:nvSpPr>
          <p:spPr>
            <a:xfrm>
              <a:off x="8442513" y="1253524"/>
              <a:ext cx="504683" cy="12271"/>
            </a:xfrm>
            <a:custGeom>
              <a:avLst/>
              <a:gdLst/>
              <a:ahLst/>
              <a:cxnLst/>
              <a:rect l="l" t="t" r="r" b="b"/>
              <a:pathLst>
                <a:path w="19248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19014" y="467"/>
                  </a:lnTo>
                  <a:cubicBezTo>
                    <a:pt x="19148" y="467"/>
                    <a:pt x="19248" y="367"/>
                    <a:pt x="19248" y="234"/>
                  </a:cubicBezTo>
                  <a:cubicBezTo>
                    <a:pt x="19248" y="100"/>
                    <a:pt x="19148" y="0"/>
                    <a:pt x="190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48;p27">
              <a:extLst>
                <a:ext uri="{FF2B5EF4-FFF2-40B4-BE49-F238E27FC236}">
                  <a16:creationId xmlns:a16="http://schemas.microsoft.com/office/drawing/2014/main" id="{B24397E0-B28A-4F96-83E6-A99D1BA102C6}"/>
                </a:ext>
              </a:extLst>
            </p:cNvPr>
            <p:cNvSpPr/>
            <p:nvPr/>
          </p:nvSpPr>
          <p:spPr>
            <a:xfrm>
              <a:off x="8371666" y="1211546"/>
              <a:ext cx="29760" cy="12271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49;p27">
              <a:extLst>
                <a:ext uri="{FF2B5EF4-FFF2-40B4-BE49-F238E27FC236}">
                  <a16:creationId xmlns:a16="http://schemas.microsoft.com/office/drawing/2014/main" id="{8A8421B2-D428-41F1-9400-8DB162ECE768}"/>
                </a:ext>
              </a:extLst>
            </p:cNvPr>
            <p:cNvSpPr/>
            <p:nvPr/>
          </p:nvSpPr>
          <p:spPr>
            <a:xfrm>
              <a:off x="8371666" y="1253524"/>
              <a:ext cx="29760" cy="12271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0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50;p27">
              <a:extLst>
                <a:ext uri="{FF2B5EF4-FFF2-40B4-BE49-F238E27FC236}">
                  <a16:creationId xmlns:a16="http://schemas.microsoft.com/office/drawing/2014/main" id="{E049C302-69BB-4A04-89DE-35F7A68ED508}"/>
                </a:ext>
              </a:extLst>
            </p:cNvPr>
            <p:cNvSpPr/>
            <p:nvPr/>
          </p:nvSpPr>
          <p:spPr>
            <a:xfrm>
              <a:off x="8371666" y="1295502"/>
              <a:ext cx="29760" cy="12271"/>
            </a:xfrm>
            <a:custGeom>
              <a:avLst/>
              <a:gdLst/>
              <a:ahLst/>
              <a:cxnLst/>
              <a:rect l="l" t="t" r="r" b="b"/>
              <a:pathLst>
                <a:path w="1135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868" y="467"/>
                  </a:lnTo>
                  <a:cubicBezTo>
                    <a:pt x="1035" y="467"/>
                    <a:pt x="1135" y="367"/>
                    <a:pt x="1135" y="234"/>
                  </a:cubicBezTo>
                  <a:cubicBezTo>
                    <a:pt x="1135" y="101"/>
                    <a:pt x="1035" y="0"/>
                    <a:pt x="868" y="0"/>
                  </a:cubicBezTo>
                  <a:close/>
                </a:path>
              </a:pathLst>
            </a:custGeom>
            <a:solidFill>
              <a:srgbClr val="12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51;p27">
              <a:extLst>
                <a:ext uri="{FF2B5EF4-FFF2-40B4-BE49-F238E27FC236}">
                  <a16:creationId xmlns:a16="http://schemas.microsoft.com/office/drawing/2014/main" id="{A923C60D-8B89-466C-8857-7531F9E8EFBC}"/>
                </a:ext>
              </a:extLst>
            </p:cNvPr>
            <p:cNvSpPr/>
            <p:nvPr/>
          </p:nvSpPr>
          <p:spPr>
            <a:xfrm>
              <a:off x="8977792" y="1253524"/>
              <a:ext cx="74360" cy="12271"/>
            </a:xfrm>
            <a:custGeom>
              <a:avLst/>
              <a:gdLst/>
              <a:ahLst/>
              <a:cxnLst/>
              <a:rect l="l" t="t" r="r" b="b"/>
              <a:pathLst>
                <a:path w="2836" h="468" extrusionOk="0">
                  <a:moveTo>
                    <a:pt x="267" y="0"/>
                  </a:moveTo>
                  <a:cubicBezTo>
                    <a:pt x="134" y="0"/>
                    <a:pt x="0" y="100"/>
                    <a:pt x="0" y="234"/>
                  </a:cubicBezTo>
                  <a:cubicBezTo>
                    <a:pt x="0" y="367"/>
                    <a:pt x="134" y="467"/>
                    <a:pt x="267" y="467"/>
                  </a:cubicBezTo>
                  <a:lnTo>
                    <a:pt x="2602" y="467"/>
                  </a:lnTo>
                  <a:cubicBezTo>
                    <a:pt x="2736" y="467"/>
                    <a:pt x="2836" y="367"/>
                    <a:pt x="2836" y="234"/>
                  </a:cubicBezTo>
                  <a:cubicBezTo>
                    <a:pt x="2836" y="100"/>
                    <a:pt x="2736" y="0"/>
                    <a:pt x="2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52;p27">
              <a:extLst>
                <a:ext uri="{FF2B5EF4-FFF2-40B4-BE49-F238E27FC236}">
                  <a16:creationId xmlns:a16="http://schemas.microsoft.com/office/drawing/2014/main" id="{46826910-858D-43D0-8897-4FEACFFB0E4E}"/>
                </a:ext>
              </a:extLst>
            </p:cNvPr>
            <p:cNvSpPr/>
            <p:nvPr/>
          </p:nvSpPr>
          <p:spPr>
            <a:xfrm>
              <a:off x="8440756" y="1295502"/>
              <a:ext cx="213457" cy="12271"/>
            </a:xfrm>
            <a:custGeom>
              <a:avLst/>
              <a:gdLst/>
              <a:ahLst/>
              <a:cxnLst/>
              <a:rect l="l" t="t" r="r" b="b"/>
              <a:pathLst>
                <a:path w="8141" h="468" extrusionOk="0">
                  <a:moveTo>
                    <a:pt x="234" y="0"/>
                  </a:moveTo>
                  <a:cubicBezTo>
                    <a:pt x="101" y="0"/>
                    <a:pt x="1" y="101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7873" y="467"/>
                  </a:lnTo>
                  <a:cubicBezTo>
                    <a:pt x="8007" y="467"/>
                    <a:pt x="8140" y="367"/>
                    <a:pt x="8140" y="234"/>
                  </a:cubicBezTo>
                  <a:cubicBezTo>
                    <a:pt x="8140" y="101"/>
                    <a:pt x="8007" y="0"/>
                    <a:pt x="78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53;p27">
              <a:extLst>
                <a:ext uri="{FF2B5EF4-FFF2-40B4-BE49-F238E27FC236}">
                  <a16:creationId xmlns:a16="http://schemas.microsoft.com/office/drawing/2014/main" id="{2814ECF0-4599-44E9-8D2A-A7FFBBAD1615}"/>
                </a:ext>
              </a:extLst>
            </p:cNvPr>
            <p:cNvSpPr/>
            <p:nvPr/>
          </p:nvSpPr>
          <p:spPr>
            <a:xfrm>
              <a:off x="8720653" y="1349725"/>
              <a:ext cx="240542" cy="13136"/>
            </a:xfrm>
            <a:custGeom>
              <a:avLst/>
              <a:gdLst/>
              <a:ahLst/>
              <a:cxnLst/>
              <a:rect l="l" t="t" r="r" b="b"/>
              <a:pathLst>
                <a:path w="9174" h="501" extrusionOk="0">
                  <a:moveTo>
                    <a:pt x="234" y="1"/>
                  </a:moveTo>
                  <a:cubicBezTo>
                    <a:pt x="100" y="1"/>
                    <a:pt x="0" y="134"/>
                    <a:pt x="0" y="267"/>
                  </a:cubicBezTo>
                  <a:cubicBezTo>
                    <a:pt x="0" y="401"/>
                    <a:pt x="100" y="501"/>
                    <a:pt x="234" y="501"/>
                  </a:cubicBezTo>
                  <a:lnTo>
                    <a:pt x="8940" y="501"/>
                  </a:lnTo>
                  <a:cubicBezTo>
                    <a:pt x="9073" y="501"/>
                    <a:pt x="9173" y="401"/>
                    <a:pt x="9173" y="267"/>
                  </a:cubicBezTo>
                  <a:cubicBezTo>
                    <a:pt x="9173" y="134"/>
                    <a:pt x="9073" y="1"/>
                    <a:pt x="89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54;p27">
              <a:extLst>
                <a:ext uri="{FF2B5EF4-FFF2-40B4-BE49-F238E27FC236}">
                  <a16:creationId xmlns:a16="http://schemas.microsoft.com/office/drawing/2014/main" id="{A6700309-0C60-4410-8D79-9F3505145537}"/>
                </a:ext>
              </a:extLst>
            </p:cNvPr>
            <p:cNvSpPr/>
            <p:nvPr/>
          </p:nvSpPr>
          <p:spPr>
            <a:xfrm>
              <a:off x="8882456" y="1320857"/>
              <a:ext cx="78739" cy="13162"/>
            </a:xfrm>
            <a:custGeom>
              <a:avLst/>
              <a:gdLst/>
              <a:ahLst/>
              <a:cxnLst/>
              <a:rect l="l" t="t" r="r" b="b"/>
              <a:pathLst>
                <a:path w="3003" h="502" extrusionOk="0">
                  <a:moveTo>
                    <a:pt x="267" y="1"/>
                  </a:moveTo>
                  <a:cubicBezTo>
                    <a:pt x="134" y="1"/>
                    <a:pt x="0" y="101"/>
                    <a:pt x="0" y="268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2769" y="501"/>
                  </a:lnTo>
                  <a:cubicBezTo>
                    <a:pt x="2902" y="501"/>
                    <a:pt x="3002" y="401"/>
                    <a:pt x="3002" y="268"/>
                  </a:cubicBezTo>
                  <a:cubicBezTo>
                    <a:pt x="3002" y="101"/>
                    <a:pt x="2902" y="1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55;p27">
              <a:extLst>
                <a:ext uri="{FF2B5EF4-FFF2-40B4-BE49-F238E27FC236}">
                  <a16:creationId xmlns:a16="http://schemas.microsoft.com/office/drawing/2014/main" id="{22E09958-8ECD-4E9A-A99D-82B74BEAC6A7}"/>
                </a:ext>
              </a:extLst>
            </p:cNvPr>
            <p:cNvSpPr/>
            <p:nvPr/>
          </p:nvSpPr>
          <p:spPr>
            <a:xfrm>
              <a:off x="8371666" y="1058474"/>
              <a:ext cx="251922" cy="13162"/>
            </a:xfrm>
            <a:custGeom>
              <a:avLst/>
              <a:gdLst/>
              <a:ahLst/>
              <a:cxnLst/>
              <a:rect l="l" t="t" r="r" b="b"/>
              <a:pathLst>
                <a:path w="9608" h="5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501"/>
                    <a:pt x="234" y="501"/>
                  </a:cubicBezTo>
                  <a:lnTo>
                    <a:pt x="9341" y="501"/>
                  </a:lnTo>
                  <a:cubicBezTo>
                    <a:pt x="9474" y="501"/>
                    <a:pt x="9608" y="368"/>
                    <a:pt x="9608" y="234"/>
                  </a:cubicBezTo>
                  <a:cubicBezTo>
                    <a:pt x="9608" y="101"/>
                    <a:pt x="9474" y="1"/>
                    <a:pt x="93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56;p27">
              <a:extLst>
                <a:ext uri="{FF2B5EF4-FFF2-40B4-BE49-F238E27FC236}">
                  <a16:creationId xmlns:a16="http://schemas.microsoft.com/office/drawing/2014/main" id="{5F9A83D2-4C87-4BF4-BD1D-C2857AF98C3A}"/>
                </a:ext>
              </a:extLst>
            </p:cNvPr>
            <p:cNvSpPr/>
            <p:nvPr/>
          </p:nvSpPr>
          <p:spPr>
            <a:xfrm>
              <a:off x="8371666" y="1467793"/>
              <a:ext cx="406725" cy="12271"/>
            </a:xfrm>
            <a:custGeom>
              <a:avLst/>
              <a:gdLst/>
              <a:ahLst/>
              <a:cxnLst/>
              <a:rect l="l" t="t" r="r" b="b"/>
              <a:pathLst>
                <a:path w="15512" h="468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368"/>
                    <a:pt x="101" y="468"/>
                    <a:pt x="234" y="468"/>
                  </a:cubicBezTo>
                  <a:lnTo>
                    <a:pt x="15278" y="468"/>
                  </a:lnTo>
                  <a:cubicBezTo>
                    <a:pt x="15412" y="468"/>
                    <a:pt x="15512" y="368"/>
                    <a:pt x="15512" y="234"/>
                  </a:cubicBezTo>
                  <a:cubicBezTo>
                    <a:pt x="15512" y="101"/>
                    <a:pt x="15412" y="1"/>
                    <a:pt x="152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57;p27">
              <a:extLst>
                <a:ext uri="{FF2B5EF4-FFF2-40B4-BE49-F238E27FC236}">
                  <a16:creationId xmlns:a16="http://schemas.microsoft.com/office/drawing/2014/main" id="{6EF02238-B380-4AF5-BAD2-0B21121C5BD9}"/>
                </a:ext>
              </a:extLst>
            </p:cNvPr>
            <p:cNvSpPr/>
            <p:nvPr/>
          </p:nvSpPr>
          <p:spPr>
            <a:xfrm>
              <a:off x="8741629" y="1392595"/>
              <a:ext cx="120743" cy="12271"/>
            </a:xfrm>
            <a:custGeom>
              <a:avLst/>
              <a:gdLst/>
              <a:ahLst/>
              <a:cxnLst/>
              <a:rect l="l" t="t" r="r" b="b"/>
              <a:pathLst>
                <a:path w="4605" h="468" extrusionOk="0">
                  <a:moveTo>
                    <a:pt x="268" y="0"/>
                  </a:moveTo>
                  <a:cubicBezTo>
                    <a:pt x="134" y="0"/>
                    <a:pt x="1" y="100"/>
                    <a:pt x="1" y="234"/>
                  </a:cubicBezTo>
                  <a:cubicBezTo>
                    <a:pt x="1" y="367"/>
                    <a:pt x="134" y="467"/>
                    <a:pt x="268" y="467"/>
                  </a:cubicBezTo>
                  <a:lnTo>
                    <a:pt x="4371" y="467"/>
                  </a:lnTo>
                  <a:cubicBezTo>
                    <a:pt x="4504" y="467"/>
                    <a:pt x="4604" y="367"/>
                    <a:pt x="4604" y="234"/>
                  </a:cubicBezTo>
                  <a:cubicBezTo>
                    <a:pt x="4604" y="100"/>
                    <a:pt x="4504" y="0"/>
                    <a:pt x="4371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58;p27">
              <a:extLst>
                <a:ext uri="{FF2B5EF4-FFF2-40B4-BE49-F238E27FC236}">
                  <a16:creationId xmlns:a16="http://schemas.microsoft.com/office/drawing/2014/main" id="{972952B4-1630-4AA3-A13E-4C4B47C86156}"/>
                </a:ext>
              </a:extLst>
            </p:cNvPr>
            <p:cNvSpPr/>
            <p:nvPr/>
          </p:nvSpPr>
          <p:spPr>
            <a:xfrm>
              <a:off x="8902567" y="1392595"/>
              <a:ext cx="160965" cy="12271"/>
            </a:xfrm>
            <a:custGeom>
              <a:avLst/>
              <a:gdLst/>
              <a:ahLst/>
              <a:cxnLst/>
              <a:rect l="l" t="t" r="r" b="b"/>
              <a:pathLst>
                <a:path w="6139" h="468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367"/>
                    <a:pt x="101" y="467"/>
                    <a:pt x="234" y="467"/>
                  </a:cubicBezTo>
                  <a:lnTo>
                    <a:pt x="5905" y="467"/>
                  </a:lnTo>
                  <a:cubicBezTo>
                    <a:pt x="6038" y="467"/>
                    <a:pt x="6138" y="367"/>
                    <a:pt x="6138" y="234"/>
                  </a:cubicBezTo>
                  <a:cubicBezTo>
                    <a:pt x="6138" y="100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659;p27">
              <a:extLst>
                <a:ext uri="{FF2B5EF4-FFF2-40B4-BE49-F238E27FC236}">
                  <a16:creationId xmlns:a16="http://schemas.microsoft.com/office/drawing/2014/main" id="{89673CE0-A44D-4467-95F7-7E886855D548}"/>
                </a:ext>
              </a:extLst>
            </p:cNvPr>
            <p:cNvSpPr/>
            <p:nvPr/>
          </p:nvSpPr>
          <p:spPr>
            <a:xfrm>
              <a:off x="8902567" y="1452062"/>
              <a:ext cx="160965" cy="13136"/>
            </a:xfrm>
            <a:custGeom>
              <a:avLst/>
              <a:gdLst/>
              <a:ahLst/>
              <a:cxnLst/>
              <a:rect l="l" t="t" r="r" b="b"/>
              <a:pathLst>
                <a:path w="6139" h="501" extrusionOk="0">
                  <a:moveTo>
                    <a:pt x="234" y="0"/>
                  </a:moveTo>
                  <a:cubicBezTo>
                    <a:pt x="101" y="0"/>
                    <a:pt x="1" y="134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5905" y="501"/>
                  </a:lnTo>
                  <a:cubicBezTo>
                    <a:pt x="6038" y="501"/>
                    <a:pt x="6138" y="401"/>
                    <a:pt x="6138" y="267"/>
                  </a:cubicBezTo>
                  <a:cubicBezTo>
                    <a:pt x="6138" y="134"/>
                    <a:pt x="6038" y="0"/>
                    <a:pt x="5905" y="0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660;p27">
              <a:extLst>
                <a:ext uri="{FF2B5EF4-FFF2-40B4-BE49-F238E27FC236}">
                  <a16:creationId xmlns:a16="http://schemas.microsoft.com/office/drawing/2014/main" id="{19450791-7D21-429A-B1C2-226226CB4F7B}"/>
                </a:ext>
              </a:extLst>
            </p:cNvPr>
            <p:cNvSpPr/>
            <p:nvPr/>
          </p:nvSpPr>
          <p:spPr>
            <a:xfrm>
              <a:off x="8371666" y="1508906"/>
              <a:ext cx="61250" cy="13136"/>
            </a:xfrm>
            <a:custGeom>
              <a:avLst/>
              <a:gdLst/>
              <a:ahLst/>
              <a:cxnLst/>
              <a:rect l="l" t="t" r="r" b="b"/>
              <a:pathLst>
                <a:path w="2336" h="501" extrusionOk="0">
                  <a:moveTo>
                    <a:pt x="234" y="1"/>
                  </a:moveTo>
                  <a:cubicBezTo>
                    <a:pt x="101" y="1"/>
                    <a:pt x="1" y="101"/>
                    <a:pt x="1" y="267"/>
                  </a:cubicBezTo>
                  <a:cubicBezTo>
                    <a:pt x="1" y="401"/>
                    <a:pt x="101" y="501"/>
                    <a:pt x="234" y="501"/>
                  </a:cubicBezTo>
                  <a:lnTo>
                    <a:pt x="2102" y="501"/>
                  </a:lnTo>
                  <a:cubicBezTo>
                    <a:pt x="2236" y="501"/>
                    <a:pt x="2336" y="401"/>
                    <a:pt x="2336" y="267"/>
                  </a:cubicBezTo>
                  <a:cubicBezTo>
                    <a:pt x="2336" y="101"/>
                    <a:pt x="2236" y="1"/>
                    <a:pt x="2102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661;p27">
              <a:extLst>
                <a:ext uri="{FF2B5EF4-FFF2-40B4-BE49-F238E27FC236}">
                  <a16:creationId xmlns:a16="http://schemas.microsoft.com/office/drawing/2014/main" id="{0C8027CF-B3E6-4616-AAD4-51BDBDEEA31B}"/>
                </a:ext>
              </a:extLst>
            </p:cNvPr>
            <p:cNvSpPr/>
            <p:nvPr/>
          </p:nvSpPr>
          <p:spPr>
            <a:xfrm>
              <a:off x="8448648" y="1508906"/>
              <a:ext cx="378722" cy="13136"/>
            </a:xfrm>
            <a:custGeom>
              <a:avLst/>
              <a:gdLst/>
              <a:ahLst/>
              <a:cxnLst/>
              <a:rect l="l" t="t" r="r" b="b"/>
              <a:pathLst>
                <a:path w="14444" h="501" extrusionOk="0">
                  <a:moveTo>
                    <a:pt x="267" y="1"/>
                  </a:moveTo>
                  <a:cubicBezTo>
                    <a:pt x="134" y="1"/>
                    <a:pt x="0" y="101"/>
                    <a:pt x="0" y="267"/>
                  </a:cubicBezTo>
                  <a:cubicBezTo>
                    <a:pt x="0" y="401"/>
                    <a:pt x="134" y="501"/>
                    <a:pt x="267" y="501"/>
                  </a:cubicBezTo>
                  <a:lnTo>
                    <a:pt x="14210" y="501"/>
                  </a:lnTo>
                  <a:cubicBezTo>
                    <a:pt x="14344" y="501"/>
                    <a:pt x="14444" y="401"/>
                    <a:pt x="14444" y="267"/>
                  </a:cubicBezTo>
                  <a:cubicBezTo>
                    <a:pt x="14444" y="101"/>
                    <a:pt x="14344" y="1"/>
                    <a:pt x="14210" y="1"/>
                  </a:cubicBezTo>
                  <a:close/>
                </a:path>
              </a:pathLst>
            </a:custGeom>
            <a:solidFill>
              <a:srgbClr val="12D7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64CB29BF-D07F-4DDE-ACE7-0780897F1C59}"/>
              </a:ext>
            </a:extLst>
          </p:cNvPr>
          <p:cNvSpPr txBox="1"/>
          <p:nvPr/>
        </p:nvSpPr>
        <p:spPr>
          <a:xfrm>
            <a:off x="3156990" y="2060122"/>
            <a:ext cx="3717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Thank You</a:t>
            </a:r>
            <a:endParaRPr lang="en-GB" sz="5400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723028"/>
      </p:ext>
    </p:extLst>
  </p:cSld>
  <p:clrMapOvr>
    <a:masterClrMapping/>
  </p:clrMapOvr>
</p:sld>
</file>

<file path=ppt/theme/theme1.xml><?xml version="1.0" encoding="utf-8"?>
<a:theme xmlns:a="http://schemas.openxmlformats.org/drawingml/2006/main" name="Software Development Bussines Plan by Slidesgo">
  <a:themeElements>
    <a:clrScheme name="Simple Light">
      <a:dk1>
        <a:srgbClr val="CEF3F5"/>
      </a:dk1>
      <a:lt1>
        <a:srgbClr val="FFFFFF"/>
      </a:lt1>
      <a:dk2>
        <a:srgbClr val="0A1D42"/>
      </a:dk2>
      <a:lt2>
        <a:srgbClr val="29272C"/>
      </a:lt2>
      <a:accent1>
        <a:srgbClr val="C8AEF8"/>
      </a:accent1>
      <a:accent2>
        <a:srgbClr val="878FFF"/>
      </a:accent2>
      <a:accent3>
        <a:srgbClr val="9154F8"/>
      </a:accent3>
      <a:accent4>
        <a:srgbClr val="35C2DF"/>
      </a:accent4>
      <a:accent5>
        <a:srgbClr val="CA7BEB"/>
      </a:accent5>
      <a:accent6>
        <a:srgbClr val="972CB4"/>
      </a:accent6>
      <a:hlink>
        <a:srgbClr val="CEF3F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</TotalTime>
  <Words>693</Words>
  <Application>Microsoft Office PowerPoint</Application>
  <PresentationFormat>On-screen Show (16:9)</PresentationFormat>
  <Paragraphs>199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Arial Rounded MT Bold</vt:lpstr>
      <vt:lpstr>Livvic</vt:lpstr>
      <vt:lpstr>Nixione</vt:lpstr>
      <vt:lpstr>Oswald</vt:lpstr>
      <vt:lpstr>Roboto</vt:lpstr>
      <vt:lpstr>Roboto Condensed Light</vt:lpstr>
      <vt:lpstr>Wingdings</vt:lpstr>
      <vt:lpstr>Software Development Bussines Plan by Slidesgo</vt:lpstr>
      <vt:lpstr>Student Performance Clustering</vt:lpstr>
      <vt:lpstr>Agenda</vt:lpstr>
      <vt:lpstr>Agenda</vt:lpstr>
      <vt:lpstr>Dataset</vt:lpstr>
      <vt:lpstr>PowerPoint Presentation</vt:lpstr>
      <vt:lpstr>PowerPoint Presentation</vt:lpstr>
      <vt:lpstr>Data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Cleaning</vt:lpstr>
      <vt:lpstr>PowerPoint Presentation</vt:lpstr>
      <vt:lpstr>PowerPoint Presentation</vt:lpstr>
      <vt:lpstr>PowerPoint Presentation</vt:lpstr>
      <vt:lpstr>PowerPoint Presentation</vt:lpstr>
      <vt:lpstr>Data Overview</vt:lpstr>
      <vt:lpstr>PowerPoint Presentation</vt:lpstr>
      <vt:lpstr>PowerPoint Presentation</vt:lpstr>
      <vt:lpstr>Clustering</vt:lpstr>
      <vt:lpstr>PowerPoint Presentation</vt:lpstr>
      <vt:lpstr>PowerPoint Presentation</vt:lpstr>
      <vt:lpstr>PowerPoint Presentation</vt:lpstr>
      <vt:lpstr>Hybrid Model</vt:lpstr>
      <vt:lpstr>PowerPoint Presentation</vt:lpstr>
      <vt:lpstr>PowerPoint Presentation</vt:lpstr>
      <vt:lpstr>PowerPoint Presentation</vt:lpstr>
      <vt:lpstr>Prediction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Festival Tent Planner</dc:title>
  <dc:creator>farouk abdelatif</dc:creator>
  <cp:lastModifiedBy>farouk abdelatif</cp:lastModifiedBy>
  <cp:revision>131</cp:revision>
  <dcterms:modified xsi:type="dcterms:W3CDTF">2025-12-30T22:45:08Z</dcterms:modified>
</cp:coreProperties>
</file>